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553200" cy="41402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58" y="9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6B21C3-0E29-47F2-1C48-41298D7D69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9150" y="677575"/>
            <a:ext cx="4914900" cy="1441403"/>
          </a:xfrm>
        </p:spPr>
        <p:txBody>
          <a:bodyPr anchor="b"/>
          <a:lstStyle>
            <a:lvl1pPr algn="ctr">
              <a:defRPr sz="194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F07044-6515-ABAB-EED5-7526CE221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9150" y="2174564"/>
            <a:ext cx="4914900" cy="999590"/>
          </a:xfrm>
        </p:spPr>
        <p:txBody>
          <a:bodyPr/>
          <a:lstStyle>
            <a:lvl1pPr marL="0" indent="0" algn="ctr">
              <a:buNone/>
              <a:defRPr sz="779"/>
            </a:lvl1pPr>
            <a:lvl2pPr marL="148356" indent="0" algn="ctr">
              <a:buNone/>
              <a:defRPr sz="649"/>
            </a:lvl2pPr>
            <a:lvl3pPr marL="296713" indent="0" algn="ctr">
              <a:buNone/>
              <a:defRPr sz="584"/>
            </a:lvl3pPr>
            <a:lvl4pPr marL="445069" indent="0" algn="ctr">
              <a:buNone/>
              <a:defRPr sz="519"/>
            </a:lvl4pPr>
            <a:lvl5pPr marL="593425" indent="0" algn="ctr">
              <a:buNone/>
              <a:defRPr sz="519"/>
            </a:lvl5pPr>
            <a:lvl6pPr marL="741781" indent="0" algn="ctr">
              <a:buNone/>
              <a:defRPr sz="519"/>
            </a:lvl6pPr>
            <a:lvl7pPr marL="890138" indent="0" algn="ctr">
              <a:buNone/>
              <a:defRPr sz="519"/>
            </a:lvl7pPr>
            <a:lvl8pPr marL="1038494" indent="0" algn="ctr">
              <a:buNone/>
              <a:defRPr sz="519"/>
            </a:lvl8pPr>
            <a:lvl9pPr marL="1186850" indent="0" algn="ctr">
              <a:buNone/>
              <a:defRPr sz="519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EC2487-69FE-5BDF-D845-B842762CB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9905-0634-4A22-84AA-5FD3B323EC78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F2C390-6B15-D4E5-2EE8-D727709BB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35F26D-D3BC-D61A-24A4-818FD152E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48A5-0301-4CB7-B9A9-D5D21918C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718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C0EB4-A7DA-0E92-204F-C3B463E4E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ADAF16-E611-940F-01EF-A96C41AD1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7A6DE6-FEB9-0BD6-B757-BB49D5251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9905-0634-4A22-84AA-5FD3B323EC78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E17113-CAE5-7E5D-5CE3-61980937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809B61-1496-BF37-23B3-BCA900903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48A5-0301-4CB7-B9A9-D5D21918C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77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07FEB-1D05-3397-38DC-0226CE754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120" y="1032176"/>
            <a:ext cx="5652135" cy="1722208"/>
          </a:xfrm>
        </p:spPr>
        <p:txBody>
          <a:bodyPr anchor="b"/>
          <a:lstStyle>
            <a:lvl1pPr>
              <a:defRPr sz="194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6FDC20-78A0-74DD-9782-2998BB100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120" y="2770677"/>
            <a:ext cx="5652135" cy="905668"/>
          </a:xfrm>
        </p:spPr>
        <p:txBody>
          <a:bodyPr/>
          <a:lstStyle>
            <a:lvl1pPr marL="0" indent="0">
              <a:buNone/>
              <a:defRPr sz="779">
                <a:solidFill>
                  <a:schemeClr val="tx1">
                    <a:tint val="75000"/>
                  </a:schemeClr>
                </a:solidFill>
              </a:defRPr>
            </a:lvl1pPr>
            <a:lvl2pPr marL="148356" indent="0">
              <a:buNone/>
              <a:defRPr sz="649">
                <a:solidFill>
                  <a:schemeClr val="tx1">
                    <a:tint val="75000"/>
                  </a:schemeClr>
                </a:solidFill>
              </a:defRPr>
            </a:lvl2pPr>
            <a:lvl3pPr marL="296713" indent="0">
              <a:buNone/>
              <a:defRPr sz="584">
                <a:solidFill>
                  <a:schemeClr val="tx1">
                    <a:tint val="75000"/>
                  </a:schemeClr>
                </a:solidFill>
              </a:defRPr>
            </a:lvl3pPr>
            <a:lvl4pPr marL="445069" indent="0">
              <a:buNone/>
              <a:defRPr sz="519">
                <a:solidFill>
                  <a:schemeClr val="tx1">
                    <a:tint val="75000"/>
                  </a:schemeClr>
                </a:solidFill>
              </a:defRPr>
            </a:lvl4pPr>
            <a:lvl5pPr marL="593425" indent="0">
              <a:buNone/>
              <a:defRPr sz="519">
                <a:solidFill>
                  <a:schemeClr val="tx1">
                    <a:tint val="75000"/>
                  </a:schemeClr>
                </a:solidFill>
              </a:defRPr>
            </a:lvl5pPr>
            <a:lvl6pPr marL="741781" indent="0">
              <a:buNone/>
              <a:defRPr sz="519">
                <a:solidFill>
                  <a:schemeClr val="tx1">
                    <a:tint val="75000"/>
                  </a:schemeClr>
                </a:solidFill>
              </a:defRPr>
            </a:lvl6pPr>
            <a:lvl7pPr marL="890138" indent="0">
              <a:buNone/>
              <a:defRPr sz="519">
                <a:solidFill>
                  <a:schemeClr val="tx1">
                    <a:tint val="75000"/>
                  </a:schemeClr>
                </a:solidFill>
              </a:defRPr>
            </a:lvl7pPr>
            <a:lvl8pPr marL="1038494" indent="0">
              <a:buNone/>
              <a:defRPr sz="519">
                <a:solidFill>
                  <a:schemeClr val="tx1">
                    <a:tint val="75000"/>
                  </a:schemeClr>
                </a:solidFill>
              </a:defRPr>
            </a:lvl8pPr>
            <a:lvl9pPr marL="1186850" indent="0">
              <a:buNone/>
              <a:defRPr sz="51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C39241-EF14-316D-2433-FE4BB60C6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9905-0634-4A22-84AA-5FD3B323EC78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BDA79E-DB48-6EA2-A0D9-CD3A806AF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DC586D-CD88-9CA2-A0D8-B576BC2C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48A5-0301-4CB7-B9A9-D5D21918C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310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5BB5C-BE81-7241-FAFE-B3EE3E99C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72CE11-196E-4E1F-7DAB-5E232988F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0533" y="1102137"/>
            <a:ext cx="2785110" cy="2626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EFFE5E-573D-035F-FCE9-046AF841D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17558" y="1102137"/>
            <a:ext cx="2785110" cy="2626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1C593F-B2DA-CC82-597B-3ADDFA324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9905-0634-4A22-84AA-5FD3B323EC78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B81446-3D88-680D-CF7C-83F48C446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8B895A-FADC-9A8F-A559-DCA1E9D25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48A5-0301-4CB7-B9A9-D5D21918C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571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43C343-2BEA-99C9-E55D-CBF5B3662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387" y="220428"/>
            <a:ext cx="5652135" cy="80024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92C39C-BC44-D56A-68E5-B1823B613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387" y="1014924"/>
            <a:ext cx="2772311" cy="497399"/>
          </a:xfrm>
        </p:spPr>
        <p:txBody>
          <a:bodyPr anchor="b"/>
          <a:lstStyle>
            <a:lvl1pPr marL="0" indent="0">
              <a:buNone/>
              <a:defRPr sz="779" b="1"/>
            </a:lvl1pPr>
            <a:lvl2pPr marL="148356" indent="0">
              <a:buNone/>
              <a:defRPr sz="649" b="1"/>
            </a:lvl2pPr>
            <a:lvl3pPr marL="296713" indent="0">
              <a:buNone/>
              <a:defRPr sz="584" b="1"/>
            </a:lvl3pPr>
            <a:lvl4pPr marL="445069" indent="0">
              <a:buNone/>
              <a:defRPr sz="519" b="1"/>
            </a:lvl4pPr>
            <a:lvl5pPr marL="593425" indent="0">
              <a:buNone/>
              <a:defRPr sz="519" b="1"/>
            </a:lvl5pPr>
            <a:lvl6pPr marL="741781" indent="0">
              <a:buNone/>
              <a:defRPr sz="519" b="1"/>
            </a:lvl6pPr>
            <a:lvl7pPr marL="890138" indent="0">
              <a:buNone/>
              <a:defRPr sz="519" b="1"/>
            </a:lvl7pPr>
            <a:lvl8pPr marL="1038494" indent="0">
              <a:buNone/>
              <a:defRPr sz="519" b="1"/>
            </a:lvl8pPr>
            <a:lvl9pPr marL="1186850" indent="0">
              <a:buNone/>
              <a:defRPr sz="51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C5A660-DFB2-0E5C-5795-0D89017D0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1387" y="1512323"/>
            <a:ext cx="2772311" cy="22243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BF92BD-5677-EE80-3B09-7F4684BD7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17557" y="1014924"/>
            <a:ext cx="2785964" cy="497399"/>
          </a:xfrm>
        </p:spPr>
        <p:txBody>
          <a:bodyPr anchor="b"/>
          <a:lstStyle>
            <a:lvl1pPr marL="0" indent="0">
              <a:buNone/>
              <a:defRPr sz="779" b="1"/>
            </a:lvl1pPr>
            <a:lvl2pPr marL="148356" indent="0">
              <a:buNone/>
              <a:defRPr sz="649" b="1"/>
            </a:lvl2pPr>
            <a:lvl3pPr marL="296713" indent="0">
              <a:buNone/>
              <a:defRPr sz="584" b="1"/>
            </a:lvl3pPr>
            <a:lvl4pPr marL="445069" indent="0">
              <a:buNone/>
              <a:defRPr sz="519" b="1"/>
            </a:lvl4pPr>
            <a:lvl5pPr marL="593425" indent="0">
              <a:buNone/>
              <a:defRPr sz="519" b="1"/>
            </a:lvl5pPr>
            <a:lvl6pPr marL="741781" indent="0">
              <a:buNone/>
              <a:defRPr sz="519" b="1"/>
            </a:lvl6pPr>
            <a:lvl7pPr marL="890138" indent="0">
              <a:buNone/>
              <a:defRPr sz="519" b="1"/>
            </a:lvl7pPr>
            <a:lvl8pPr marL="1038494" indent="0">
              <a:buNone/>
              <a:defRPr sz="519" b="1"/>
            </a:lvl8pPr>
            <a:lvl9pPr marL="1186850" indent="0">
              <a:buNone/>
              <a:defRPr sz="51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B089B8-3E72-ED63-78B6-42844BFC12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17557" y="1512323"/>
            <a:ext cx="2785964" cy="22243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36A1FD-C6DC-3F4E-6654-AEF391394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9905-0634-4A22-84AA-5FD3B323EC78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2696FD5-A432-E52D-490F-15852B59F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5951150-FABF-AC9D-A368-43883D8F8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48A5-0301-4CB7-B9A9-D5D21918C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316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6FC90-30D0-F115-6127-AD0D76D4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B4433A-396C-D954-3A61-8855B7CD4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9905-0634-4A22-84AA-5FD3B323EC78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3EC652-906E-069F-A2A6-F62BCF81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E1AF29-BCCF-98E6-CDA2-0D94588B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48A5-0301-4CB7-B9A9-D5D21918C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798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68DF46-838B-8F0D-F30F-A11ED6B30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9905-0634-4A22-84AA-5FD3B323EC78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B51312-A073-89AD-B3D3-96551F3C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F9DF9-932B-296F-8810-50E611C7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48A5-0301-4CB7-B9A9-D5D21918C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480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CCE969-E42B-9F6B-E7F2-3AC7355A7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388" y="276013"/>
            <a:ext cx="2113577" cy="966047"/>
          </a:xfrm>
        </p:spPr>
        <p:txBody>
          <a:bodyPr anchor="b"/>
          <a:lstStyle>
            <a:lvl1pPr>
              <a:defRPr sz="103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045F29-82EF-DE83-7AEE-0B9AD4E8C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5963" y="596113"/>
            <a:ext cx="3317558" cy="2942225"/>
          </a:xfrm>
        </p:spPr>
        <p:txBody>
          <a:bodyPr/>
          <a:lstStyle>
            <a:lvl1pPr>
              <a:defRPr sz="1038"/>
            </a:lvl1pPr>
            <a:lvl2pPr>
              <a:defRPr sz="909"/>
            </a:lvl2pPr>
            <a:lvl3pPr>
              <a:defRPr sz="779"/>
            </a:lvl3pPr>
            <a:lvl4pPr>
              <a:defRPr sz="649"/>
            </a:lvl4pPr>
            <a:lvl5pPr>
              <a:defRPr sz="649"/>
            </a:lvl5pPr>
            <a:lvl6pPr>
              <a:defRPr sz="649"/>
            </a:lvl6pPr>
            <a:lvl7pPr>
              <a:defRPr sz="649"/>
            </a:lvl7pPr>
            <a:lvl8pPr>
              <a:defRPr sz="649"/>
            </a:lvl8pPr>
            <a:lvl9pPr>
              <a:defRPr sz="64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C6F874-D211-CD26-0803-062D7471A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1388" y="1242060"/>
            <a:ext cx="2113577" cy="2301070"/>
          </a:xfrm>
        </p:spPr>
        <p:txBody>
          <a:bodyPr/>
          <a:lstStyle>
            <a:lvl1pPr marL="0" indent="0">
              <a:buNone/>
              <a:defRPr sz="519"/>
            </a:lvl1pPr>
            <a:lvl2pPr marL="148356" indent="0">
              <a:buNone/>
              <a:defRPr sz="455"/>
            </a:lvl2pPr>
            <a:lvl3pPr marL="296713" indent="0">
              <a:buNone/>
              <a:defRPr sz="389"/>
            </a:lvl3pPr>
            <a:lvl4pPr marL="445069" indent="0">
              <a:buNone/>
              <a:defRPr sz="325"/>
            </a:lvl4pPr>
            <a:lvl5pPr marL="593425" indent="0">
              <a:buNone/>
              <a:defRPr sz="325"/>
            </a:lvl5pPr>
            <a:lvl6pPr marL="741781" indent="0">
              <a:buNone/>
              <a:defRPr sz="325"/>
            </a:lvl6pPr>
            <a:lvl7pPr marL="890138" indent="0">
              <a:buNone/>
              <a:defRPr sz="325"/>
            </a:lvl7pPr>
            <a:lvl8pPr marL="1038494" indent="0">
              <a:buNone/>
              <a:defRPr sz="325"/>
            </a:lvl8pPr>
            <a:lvl9pPr marL="1186850" indent="0">
              <a:buNone/>
              <a:defRPr sz="3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A0B933-10F7-E5BA-3449-BF0EE3964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9905-0634-4A22-84AA-5FD3B323EC78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CF7C7C-5FB2-0B83-2F8C-B9F9EFF4A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21EA63-9165-9955-1F88-04ED25A3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48A5-0301-4CB7-B9A9-D5D21918C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035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5EEDB-B639-AAB1-FB5F-6026E183E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388" y="276013"/>
            <a:ext cx="2113577" cy="966047"/>
          </a:xfrm>
        </p:spPr>
        <p:txBody>
          <a:bodyPr anchor="b"/>
          <a:lstStyle>
            <a:lvl1pPr>
              <a:defRPr sz="103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77A613-10BB-F6B5-55F7-F965B5E45A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785963" y="596113"/>
            <a:ext cx="3317558" cy="2942225"/>
          </a:xfrm>
        </p:spPr>
        <p:txBody>
          <a:bodyPr/>
          <a:lstStyle>
            <a:lvl1pPr marL="0" indent="0">
              <a:buNone/>
              <a:defRPr sz="1038"/>
            </a:lvl1pPr>
            <a:lvl2pPr marL="148356" indent="0">
              <a:buNone/>
              <a:defRPr sz="909"/>
            </a:lvl2pPr>
            <a:lvl3pPr marL="296713" indent="0">
              <a:buNone/>
              <a:defRPr sz="779"/>
            </a:lvl3pPr>
            <a:lvl4pPr marL="445069" indent="0">
              <a:buNone/>
              <a:defRPr sz="649"/>
            </a:lvl4pPr>
            <a:lvl5pPr marL="593425" indent="0">
              <a:buNone/>
              <a:defRPr sz="649"/>
            </a:lvl5pPr>
            <a:lvl6pPr marL="741781" indent="0">
              <a:buNone/>
              <a:defRPr sz="649"/>
            </a:lvl6pPr>
            <a:lvl7pPr marL="890138" indent="0">
              <a:buNone/>
              <a:defRPr sz="649"/>
            </a:lvl7pPr>
            <a:lvl8pPr marL="1038494" indent="0">
              <a:buNone/>
              <a:defRPr sz="649"/>
            </a:lvl8pPr>
            <a:lvl9pPr marL="1186850" indent="0">
              <a:buNone/>
              <a:defRPr sz="649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9DA813-C419-CA00-E29F-80430A721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1388" y="1242060"/>
            <a:ext cx="2113577" cy="2301070"/>
          </a:xfrm>
        </p:spPr>
        <p:txBody>
          <a:bodyPr/>
          <a:lstStyle>
            <a:lvl1pPr marL="0" indent="0">
              <a:buNone/>
              <a:defRPr sz="519"/>
            </a:lvl1pPr>
            <a:lvl2pPr marL="148356" indent="0">
              <a:buNone/>
              <a:defRPr sz="455"/>
            </a:lvl2pPr>
            <a:lvl3pPr marL="296713" indent="0">
              <a:buNone/>
              <a:defRPr sz="389"/>
            </a:lvl3pPr>
            <a:lvl4pPr marL="445069" indent="0">
              <a:buNone/>
              <a:defRPr sz="325"/>
            </a:lvl4pPr>
            <a:lvl5pPr marL="593425" indent="0">
              <a:buNone/>
              <a:defRPr sz="325"/>
            </a:lvl5pPr>
            <a:lvl6pPr marL="741781" indent="0">
              <a:buNone/>
              <a:defRPr sz="325"/>
            </a:lvl6pPr>
            <a:lvl7pPr marL="890138" indent="0">
              <a:buNone/>
              <a:defRPr sz="325"/>
            </a:lvl7pPr>
            <a:lvl8pPr marL="1038494" indent="0">
              <a:buNone/>
              <a:defRPr sz="325"/>
            </a:lvl8pPr>
            <a:lvl9pPr marL="1186850" indent="0">
              <a:buNone/>
              <a:defRPr sz="3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D42A17-E9BA-C6D2-68C5-D5E73E3D8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9905-0634-4A22-84AA-5FD3B323EC78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A98C00-CD4B-A0DD-1BF9-1671E29E4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C00124-6A3D-628C-C5CB-B239862C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48A5-0301-4CB7-B9A9-D5D21918C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641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26FE6E-CDFA-5498-F96E-EE502352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F76AB9-0FC0-093F-49D2-B894DDE6B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AED10D-8382-63D2-9BB5-19D968859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9905-0634-4A22-84AA-5FD3B323EC78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22B4B6-D72A-5CEB-B8FE-9FB5F9C3C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37042D-44E7-6E04-A16B-ABBE6622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48A5-0301-4CB7-B9A9-D5D21918C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47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85020EE-410D-2FE3-8481-3C3EF3A67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689634" y="220427"/>
            <a:ext cx="1413034" cy="350862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D7993D-F990-19F7-0B51-1DD6C33C5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0533" y="220427"/>
            <a:ext cx="4157186" cy="350862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11F02C-DE36-F702-B225-3BB8B2075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9905-0634-4A22-84AA-5FD3B323EC78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F0113A-75BC-A573-B170-7125F43ED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11D15C-77EF-3DE2-A77C-BDB59F27A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48A5-0301-4CB7-B9A9-D5D21918C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399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2BB51E-764F-EDB7-1221-3847C913A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534" y="220428"/>
            <a:ext cx="5652135" cy="800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516654-60F0-C8B4-3BF5-E5F020CC2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534" y="1102137"/>
            <a:ext cx="5652135" cy="2626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55E447-2E6D-EB17-3768-D605DF7549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533" y="3837353"/>
            <a:ext cx="1474470" cy="220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59905-0634-4A22-84AA-5FD3B323EC78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8D4D64-0A48-4544-5937-922B83821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0749" y="3837353"/>
            <a:ext cx="2211705" cy="220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C0B370-69EE-BECE-B61D-EEBBDAF3C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28198" y="3837353"/>
            <a:ext cx="1474470" cy="220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F48A5-0301-4CB7-B9A9-D5D21918C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294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96713" rtl="0" eaLnBrk="1" latinLnBrk="0" hangingPunct="1">
        <a:lnSpc>
          <a:spcPct val="90000"/>
        </a:lnSpc>
        <a:spcBef>
          <a:spcPct val="0"/>
        </a:spcBef>
        <a:buNone/>
        <a:defRPr sz="14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4178" indent="-74178" algn="l" defTabSz="296713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909" kern="1200">
          <a:solidFill>
            <a:schemeClr val="tx1"/>
          </a:solidFill>
          <a:latin typeface="+mn-lt"/>
          <a:ea typeface="+mn-ea"/>
          <a:cs typeface="+mn-cs"/>
        </a:defRPr>
      </a:lvl1pPr>
      <a:lvl2pPr marL="222535" indent="-74178" algn="l" defTabSz="296713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2pPr>
      <a:lvl3pPr marL="370891" indent="-74178" algn="l" defTabSz="296713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649" kern="1200">
          <a:solidFill>
            <a:schemeClr val="tx1"/>
          </a:solidFill>
          <a:latin typeface="+mn-lt"/>
          <a:ea typeface="+mn-ea"/>
          <a:cs typeface="+mn-cs"/>
        </a:defRPr>
      </a:lvl3pPr>
      <a:lvl4pPr marL="519247" indent="-74178" algn="l" defTabSz="296713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4pPr>
      <a:lvl5pPr marL="667603" indent="-74178" algn="l" defTabSz="296713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5pPr>
      <a:lvl6pPr marL="815960" indent="-74178" algn="l" defTabSz="296713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6pPr>
      <a:lvl7pPr marL="964316" indent="-74178" algn="l" defTabSz="296713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7pPr>
      <a:lvl8pPr marL="1112672" indent="-74178" algn="l" defTabSz="296713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8pPr>
      <a:lvl9pPr marL="1261028" indent="-74178" algn="l" defTabSz="296713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96713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1pPr>
      <a:lvl2pPr marL="148356" algn="l" defTabSz="296713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2pPr>
      <a:lvl3pPr marL="296713" algn="l" defTabSz="296713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3pPr>
      <a:lvl4pPr marL="445069" algn="l" defTabSz="296713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4pPr>
      <a:lvl5pPr marL="593425" algn="l" defTabSz="296713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5pPr>
      <a:lvl6pPr marL="741781" algn="l" defTabSz="296713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6pPr>
      <a:lvl7pPr marL="890138" algn="l" defTabSz="296713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7pPr>
      <a:lvl8pPr marL="1038494" algn="l" defTabSz="296713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8pPr>
      <a:lvl9pPr marL="1186850" algn="l" defTabSz="296713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op_Process_Container">
            <a:extLst>
              <a:ext uri="{FF2B5EF4-FFF2-40B4-BE49-F238E27FC236}">
                <a16:creationId xmlns:a16="http://schemas.microsoft.com/office/drawing/2014/main" id="{A94E0D23-BB44-637F-29F2-A58145AC01B3}"/>
              </a:ext>
            </a:extLst>
          </p:cNvPr>
          <p:cNvSpPr/>
          <p:nvPr/>
        </p:nvSpPr>
        <p:spPr>
          <a:xfrm>
            <a:off x="698500" y="12700"/>
            <a:ext cx="5842000" cy="19050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1430">
            <a:solidFill>
              <a:srgbClr val="A9A9A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17" name="Task_Panel">
            <a:extLst>
              <a:ext uri="{FF2B5EF4-FFF2-40B4-BE49-F238E27FC236}">
                <a16:creationId xmlns:a16="http://schemas.microsoft.com/office/drawing/2014/main" id="{B0868828-0465-B1B2-62E5-3448E040D29E}"/>
              </a:ext>
            </a:extLst>
          </p:cNvPr>
          <p:cNvSpPr/>
          <p:nvPr/>
        </p:nvSpPr>
        <p:spPr>
          <a:xfrm>
            <a:off x="774700" y="63500"/>
            <a:ext cx="2565400" cy="1790700"/>
          </a:xfrm>
          <a:prstGeom prst="roundRect">
            <a:avLst/>
          </a:prstGeom>
          <a:solidFill>
            <a:srgbClr val="FAFCFE"/>
          </a:solidFill>
          <a:ln w="13335">
            <a:solidFill>
              <a:srgbClr val="2A66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18" name="Task_Label">
            <a:extLst>
              <a:ext uri="{FF2B5EF4-FFF2-40B4-BE49-F238E27FC236}">
                <a16:creationId xmlns:a16="http://schemas.microsoft.com/office/drawing/2014/main" id="{DE5B5FA6-73A0-2D44-6C5B-3FFF327497F2}"/>
              </a:ext>
            </a:extLst>
          </p:cNvPr>
          <p:cNvSpPr/>
          <p:nvPr/>
        </p:nvSpPr>
        <p:spPr>
          <a:xfrm>
            <a:off x="863600" y="177800"/>
            <a:ext cx="342900" cy="457200"/>
          </a:xfrm>
          <a:prstGeom prst="roundRect">
            <a:avLst/>
          </a:prstGeom>
          <a:solidFill>
            <a:srgbClr val="F4F1F3"/>
          </a:solidFill>
          <a:ln w="10795">
            <a:solidFill>
              <a:srgbClr val="2A66B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rtlCol="0" anchor="ctr">
            <a:noAutofit/>
          </a:bodyPr>
          <a:lstStyle/>
          <a:p>
            <a:pPr algn="ctr"/>
            <a:r>
              <a:rPr lang="en-US" altLang="zh-CN" sz="900" b="1">
                <a:solidFill>
                  <a:srgbClr val="111111"/>
                </a:solidFill>
                <a:latin typeface="Comic Sans MS" panose="030F0702030302020204" pitchFamily="66" charset="0"/>
              </a:rPr>
              <a:t>Task</a:t>
            </a:r>
            <a:endParaRPr lang="zh-CN" altLang="en-US" sz="900" b="1">
              <a:solidFill>
                <a:srgbClr val="111111"/>
              </a:solidFill>
              <a:latin typeface="Comic Sans MS" panose="030F0702030302020204" pitchFamily="66" charset="0"/>
            </a:endParaRPr>
          </a:p>
        </p:txBody>
      </p:sp>
      <p:sp>
        <p:nvSpPr>
          <p:cNvPr id="119" name="Task_Question">
            <a:extLst>
              <a:ext uri="{FF2B5EF4-FFF2-40B4-BE49-F238E27FC236}">
                <a16:creationId xmlns:a16="http://schemas.microsoft.com/office/drawing/2014/main" id="{C0C380E8-C666-FC4D-273B-B750796A136F}"/>
              </a:ext>
            </a:extLst>
          </p:cNvPr>
          <p:cNvSpPr/>
          <p:nvPr/>
        </p:nvSpPr>
        <p:spPr>
          <a:xfrm>
            <a:off x="1244600" y="177800"/>
            <a:ext cx="1993900" cy="457200"/>
          </a:xfrm>
          <a:prstGeom prst="roundRect">
            <a:avLst/>
          </a:prstGeom>
          <a:solidFill>
            <a:srgbClr val="F4F8FC"/>
          </a:solidFill>
          <a:ln w="10795">
            <a:solidFill>
              <a:srgbClr val="2A66B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r>
              <a:rPr lang="en-US" altLang="zh-CN" sz="560" b="1">
                <a:solidFill>
                  <a:srgbClr val="111111"/>
                </a:solidFill>
                <a:latin typeface="Arial" panose="020B0604020202020204" pitchFamily="34" charset="0"/>
              </a:rPr>
              <a:t>According to the project report, which city
became the permanent location of Helios Lab
after it ended its temporary operations?</a:t>
            </a:r>
            <a:endParaRPr lang="zh-CN" altLang="en-US" sz="56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20" name="Answer1_Card">
            <a:extLst>
              <a:ext uri="{FF2B5EF4-FFF2-40B4-BE49-F238E27FC236}">
                <a16:creationId xmlns:a16="http://schemas.microsoft.com/office/drawing/2014/main" id="{0DFEEA61-146A-13F0-C279-AD9CBD77AFA6}"/>
              </a:ext>
            </a:extLst>
          </p:cNvPr>
          <p:cNvSpPr/>
          <p:nvPr/>
        </p:nvSpPr>
        <p:spPr>
          <a:xfrm>
            <a:off x="863600" y="762000"/>
            <a:ext cx="1092200" cy="457200"/>
          </a:xfrm>
          <a:prstGeom prst="rect">
            <a:avLst/>
          </a:prstGeom>
          <a:solidFill>
            <a:srgbClr val="FFF1C7"/>
          </a:solidFill>
          <a:ln w="1016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21" name="Answer1_Avatar">
            <a:extLst>
              <a:ext uri="{FF2B5EF4-FFF2-40B4-BE49-F238E27FC236}">
                <a16:creationId xmlns:a16="http://schemas.microsoft.com/office/drawing/2014/main" id="{1FD09FC0-6320-625C-3FA9-4DB67AAD0AB6}"/>
              </a:ext>
            </a:extLst>
          </p:cNvPr>
          <p:cNvSpPr txBox="1"/>
          <p:nvPr/>
        </p:nvSpPr>
        <p:spPr>
          <a:xfrm>
            <a:off x="908050" y="825500"/>
            <a:ext cx="2794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202124"/>
                </a:solidFill>
                <a:latin typeface="Segoe UI Emoji" panose="020B0502040204020203" pitchFamily="34" charset="0"/>
              </a:rPr>
              <a:t>👨🏻‍🦳</a:t>
            </a:r>
          </a:p>
        </p:txBody>
      </p:sp>
      <p:sp>
        <p:nvSpPr>
          <p:cNvPr id="122" name="Answer1_Text">
            <a:extLst>
              <a:ext uri="{FF2B5EF4-FFF2-40B4-BE49-F238E27FC236}">
                <a16:creationId xmlns:a16="http://schemas.microsoft.com/office/drawing/2014/main" id="{17A4AA43-3A57-8391-7B3E-DDA93D40194B}"/>
              </a:ext>
            </a:extLst>
          </p:cNvPr>
          <p:cNvSpPr txBox="1"/>
          <p:nvPr/>
        </p:nvSpPr>
        <p:spPr>
          <a:xfrm>
            <a:off x="1193800" y="812800"/>
            <a:ext cx="5461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00" b="1">
                <a:solidFill>
                  <a:srgbClr val="F57C00"/>
                </a:solidFill>
                <a:latin typeface="Comic Sans MS" panose="030F0702030302020204" pitchFamily="66" charset="0"/>
              </a:rPr>
              <a:t>Answer 1:
</a:t>
            </a:r>
            <a:r>
              <a:rPr lang="en-US" altLang="zh-CN" sz="700" b="1">
                <a:solidFill>
                  <a:srgbClr val="A84332"/>
                </a:solidFill>
                <a:latin typeface="Comic Sans MS" panose="030F0702030302020204" pitchFamily="66" charset="0"/>
              </a:rPr>
              <a:t>Berlin</a:t>
            </a:r>
            <a:endParaRPr lang="zh-CN" altLang="en-US" sz="700" b="1">
              <a:solidFill>
                <a:srgbClr val="A84332"/>
              </a:solidFill>
              <a:latin typeface="Comic Sans MS" panose="030F0702030302020204" pitchFamily="66" charset="0"/>
            </a:endParaRPr>
          </a:p>
        </p:txBody>
      </p:sp>
      <p:sp>
        <p:nvSpPr>
          <p:cNvPr id="124" name="Answer2_Card">
            <a:extLst>
              <a:ext uri="{FF2B5EF4-FFF2-40B4-BE49-F238E27FC236}">
                <a16:creationId xmlns:a16="http://schemas.microsoft.com/office/drawing/2014/main" id="{DF0A3A4D-C19E-4ECD-DB31-D73B94C6D2D1}"/>
              </a:ext>
            </a:extLst>
          </p:cNvPr>
          <p:cNvSpPr/>
          <p:nvPr/>
        </p:nvSpPr>
        <p:spPr>
          <a:xfrm>
            <a:off x="2146300" y="762000"/>
            <a:ext cx="1130300" cy="457200"/>
          </a:xfrm>
          <a:prstGeom prst="rect">
            <a:avLst/>
          </a:prstGeom>
          <a:solidFill>
            <a:srgbClr val="FFF1C7"/>
          </a:solidFill>
          <a:ln w="1016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25" name="Answer2_Avatar">
            <a:extLst>
              <a:ext uri="{FF2B5EF4-FFF2-40B4-BE49-F238E27FC236}">
                <a16:creationId xmlns:a16="http://schemas.microsoft.com/office/drawing/2014/main" id="{EF9E1AE4-2BB6-1E04-2566-1F0A42FFA38E}"/>
              </a:ext>
            </a:extLst>
          </p:cNvPr>
          <p:cNvSpPr txBox="1"/>
          <p:nvPr/>
        </p:nvSpPr>
        <p:spPr>
          <a:xfrm>
            <a:off x="2190750" y="825500"/>
            <a:ext cx="2794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202124"/>
                </a:solidFill>
                <a:latin typeface="Segoe UI Emoji" panose="020B0502040204020203" pitchFamily="34" charset="0"/>
              </a:rPr>
              <a:t>👨🏻‍🔧</a:t>
            </a:r>
          </a:p>
        </p:txBody>
      </p:sp>
      <p:sp>
        <p:nvSpPr>
          <p:cNvPr id="126" name="Answer2_Text">
            <a:extLst>
              <a:ext uri="{FF2B5EF4-FFF2-40B4-BE49-F238E27FC236}">
                <a16:creationId xmlns:a16="http://schemas.microsoft.com/office/drawing/2014/main" id="{B930A887-652E-826E-1139-77A4F2A96340}"/>
              </a:ext>
            </a:extLst>
          </p:cNvPr>
          <p:cNvSpPr txBox="1"/>
          <p:nvPr/>
        </p:nvSpPr>
        <p:spPr>
          <a:xfrm>
            <a:off x="2476500" y="81280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00" b="1">
                <a:solidFill>
                  <a:srgbClr val="F57C00"/>
                </a:solidFill>
                <a:latin typeface="Comic Sans MS" panose="030F0702030302020204" pitchFamily="66" charset="0"/>
              </a:rPr>
              <a:t>Answer 2:
</a:t>
            </a:r>
            <a:r>
              <a:rPr lang="en-US" altLang="zh-CN" sz="700" b="1">
                <a:solidFill>
                  <a:srgbClr val="A84332"/>
                </a:solidFill>
                <a:latin typeface="Comic Sans MS" panose="030F0702030302020204" pitchFamily="66" charset="0"/>
              </a:rPr>
              <a:t>Berlin</a:t>
            </a:r>
            <a:endParaRPr lang="zh-CN" altLang="en-US" sz="700" b="1">
              <a:solidFill>
                <a:srgbClr val="A84332"/>
              </a:solidFill>
              <a:latin typeface="Comic Sans MS" panose="030F0702030302020204" pitchFamily="66" charset="0"/>
            </a:endParaRPr>
          </a:p>
        </p:txBody>
      </p:sp>
      <p:sp>
        <p:nvSpPr>
          <p:cNvPr id="128" name="Answer3_Card">
            <a:extLst>
              <a:ext uri="{FF2B5EF4-FFF2-40B4-BE49-F238E27FC236}">
                <a16:creationId xmlns:a16="http://schemas.microsoft.com/office/drawing/2014/main" id="{B8510D21-9D42-FF63-2818-D57D7F1660A4}"/>
              </a:ext>
            </a:extLst>
          </p:cNvPr>
          <p:cNvSpPr/>
          <p:nvPr/>
        </p:nvSpPr>
        <p:spPr>
          <a:xfrm>
            <a:off x="863600" y="1295400"/>
            <a:ext cx="1092200" cy="457200"/>
          </a:xfrm>
          <a:prstGeom prst="rect">
            <a:avLst/>
          </a:prstGeom>
          <a:solidFill>
            <a:srgbClr val="FFF1C7"/>
          </a:solidFill>
          <a:ln w="1016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29" name="Answer3_Avatar">
            <a:extLst>
              <a:ext uri="{FF2B5EF4-FFF2-40B4-BE49-F238E27FC236}">
                <a16:creationId xmlns:a16="http://schemas.microsoft.com/office/drawing/2014/main" id="{00E8AF9E-16C3-9399-5E5B-69D80BF2F9AD}"/>
              </a:ext>
            </a:extLst>
          </p:cNvPr>
          <p:cNvSpPr txBox="1"/>
          <p:nvPr/>
        </p:nvSpPr>
        <p:spPr>
          <a:xfrm>
            <a:off x="908050" y="1358900"/>
            <a:ext cx="2794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202124"/>
                </a:solidFill>
                <a:latin typeface="Segoe UI Emoji" panose="020B0502040204020203" pitchFamily="34" charset="0"/>
              </a:rPr>
              <a:t>👩🏻‍💼</a:t>
            </a:r>
          </a:p>
        </p:txBody>
      </p:sp>
      <p:sp>
        <p:nvSpPr>
          <p:cNvPr id="130" name="Answer3_Text">
            <a:extLst>
              <a:ext uri="{FF2B5EF4-FFF2-40B4-BE49-F238E27FC236}">
                <a16:creationId xmlns:a16="http://schemas.microsoft.com/office/drawing/2014/main" id="{D80B0687-B91D-4ECF-31E9-7BC12BE7DF75}"/>
              </a:ext>
            </a:extLst>
          </p:cNvPr>
          <p:cNvSpPr txBox="1"/>
          <p:nvPr/>
        </p:nvSpPr>
        <p:spPr>
          <a:xfrm>
            <a:off x="1193800" y="1346200"/>
            <a:ext cx="5461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00" b="1">
                <a:solidFill>
                  <a:srgbClr val="F57C00"/>
                </a:solidFill>
                <a:latin typeface="Comic Sans MS" panose="030F0702030302020204" pitchFamily="66" charset="0"/>
              </a:rPr>
              <a:t>Answer 3:
</a:t>
            </a:r>
            <a:r>
              <a:rPr lang="en-US" altLang="zh-CN" sz="700" b="1">
                <a:solidFill>
                  <a:srgbClr val="A84332"/>
                </a:solidFill>
                <a:latin typeface="Comic Sans MS" panose="030F0702030302020204" pitchFamily="66" charset="0"/>
              </a:rPr>
              <a:t>Zurich</a:t>
            </a:r>
            <a:endParaRPr lang="zh-CN" altLang="en-US" sz="700" b="1">
              <a:solidFill>
                <a:srgbClr val="A84332"/>
              </a:solidFill>
              <a:latin typeface="Comic Sans MS" panose="030F0702030302020204" pitchFamily="66" charset="0"/>
            </a:endParaRPr>
          </a:p>
        </p:txBody>
      </p:sp>
      <p:sp>
        <p:nvSpPr>
          <p:cNvPr id="132" name="Answer4_Card">
            <a:extLst>
              <a:ext uri="{FF2B5EF4-FFF2-40B4-BE49-F238E27FC236}">
                <a16:creationId xmlns:a16="http://schemas.microsoft.com/office/drawing/2014/main" id="{22FCD548-58E6-1703-951F-272FA76DE394}"/>
              </a:ext>
            </a:extLst>
          </p:cNvPr>
          <p:cNvSpPr/>
          <p:nvPr/>
        </p:nvSpPr>
        <p:spPr>
          <a:xfrm>
            <a:off x="2146300" y="1295400"/>
            <a:ext cx="1130300" cy="457200"/>
          </a:xfrm>
          <a:prstGeom prst="rect">
            <a:avLst/>
          </a:prstGeom>
          <a:solidFill>
            <a:srgbClr val="FFF1C7"/>
          </a:solidFill>
          <a:ln w="1016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33" name="Answer4_Avatar">
            <a:extLst>
              <a:ext uri="{FF2B5EF4-FFF2-40B4-BE49-F238E27FC236}">
                <a16:creationId xmlns:a16="http://schemas.microsoft.com/office/drawing/2014/main" id="{9E3629D4-8467-2661-4A55-3119B0F93C3E}"/>
              </a:ext>
            </a:extLst>
          </p:cNvPr>
          <p:cNvSpPr txBox="1"/>
          <p:nvPr/>
        </p:nvSpPr>
        <p:spPr>
          <a:xfrm>
            <a:off x="2190750" y="1358900"/>
            <a:ext cx="2794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202124"/>
                </a:solidFill>
                <a:latin typeface="Segoe UI Emoji" panose="020B0502040204020203" pitchFamily="34" charset="0"/>
              </a:rPr>
              <a:t>👩🏻‍🦰</a:t>
            </a:r>
          </a:p>
        </p:txBody>
      </p:sp>
      <p:sp>
        <p:nvSpPr>
          <p:cNvPr id="134" name="Answer4_Text">
            <a:extLst>
              <a:ext uri="{FF2B5EF4-FFF2-40B4-BE49-F238E27FC236}">
                <a16:creationId xmlns:a16="http://schemas.microsoft.com/office/drawing/2014/main" id="{05926168-451E-286B-E946-3995AECAECB5}"/>
              </a:ext>
            </a:extLst>
          </p:cNvPr>
          <p:cNvSpPr txBox="1"/>
          <p:nvPr/>
        </p:nvSpPr>
        <p:spPr>
          <a:xfrm>
            <a:off x="2476500" y="134620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00" b="1">
                <a:solidFill>
                  <a:srgbClr val="F57C00"/>
                </a:solidFill>
                <a:latin typeface="Comic Sans MS" panose="030F0702030302020204" pitchFamily="66" charset="0"/>
              </a:rPr>
              <a:t>Answer 4:
</a:t>
            </a:r>
            <a:r>
              <a:rPr lang="en-US" altLang="zh-CN" sz="700" b="1">
                <a:solidFill>
                  <a:srgbClr val="A84332"/>
                </a:solidFill>
                <a:latin typeface="Comic Sans MS" panose="030F0702030302020204" pitchFamily="66" charset="0"/>
              </a:rPr>
              <a:t>Geneva</a:t>
            </a:r>
            <a:endParaRPr lang="zh-CN" altLang="en-US" sz="700" b="1">
              <a:solidFill>
                <a:srgbClr val="A84332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136" name="Encode_Arrow">
            <a:extLst>
              <a:ext uri="{FF2B5EF4-FFF2-40B4-BE49-F238E27FC236}">
                <a16:creationId xmlns:a16="http://schemas.microsoft.com/office/drawing/2014/main" id="{2BA11890-64EC-57C7-1E9E-EAA241DAC15B}"/>
              </a:ext>
            </a:extLst>
          </p:cNvPr>
          <p:cNvCxnSpPr/>
          <p:nvPr/>
        </p:nvCxnSpPr>
        <p:spPr>
          <a:xfrm>
            <a:off x="3340100" y="1308100"/>
            <a:ext cx="711200" cy="0"/>
          </a:xfrm>
          <a:prstGeom prst="straightConnector1">
            <a:avLst/>
          </a:prstGeom>
          <a:ln w="12700">
            <a:solidFill>
              <a:srgbClr val="11111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Encode_Label">
            <a:extLst>
              <a:ext uri="{FF2B5EF4-FFF2-40B4-BE49-F238E27FC236}">
                <a16:creationId xmlns:a16="http://schemas.microsoft.com/office/drawing/2014/main" id="{3DA03487-9CDF-ABFE-A6AA-15537A620D9B}"/>
              </a:ext>
            </a:extLst>
          </p:cNvPr>
          <p:cNvSpPr txBox="1"/>
          <p:nvPr/>
        </p:nvSpPr>
        <p:spPr>
          <a:xfrm>
            <a:off x="3441700" y="1054100"/>
            <a:ext cx="4953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750" b="1">
                <a:solidFill>
                  <a:srgbClr val="111111"/>
                </a:solidFill>
                <a:latin typeface="Comic Sans MS" panose="030F0702030302020204" pitchFamily="66" charset="0"/>
              </a:rPr>
              <a:t>Encode</a:t>
            </a:r>
            <a:endParaRPr lang="zh-CN" altLang="en-US" sz="750" b="1">
              <a:solidFill>
                <a:srgbClr val="111111"/>
              </a:solidFill>
              <a:latin typeface="Comic Sans MS" panose="030F0702030302020204" pitchFamily="66" charset="0"/>
            </a:endParaRPr>
          </a:p>
        </p:txBody>
      </p:sp>
      <p:sp>
        <p:nvSpPr>
          <p:cNvPr id="138" name="Central_Model_Box">
            <a:extLst>
              <a:ext uri="{FF2B5EF4-FFF2-40B4-BE49-F238E27FC236}">
                <a16:creationId xmlns:a16="http://schemas.microsoft.com/office/drawing/2014/main" id="{C03FC215-9630-FF8D-C1A8-36BFCACEF185}"/>
              </a:ext>
            </a:extLst>
          </p:cNvPr>
          <p:cNvSpPr/>
          <p:nvPr/>
        </p:nvSpPr>
        <p:spPr>
          <a:xfrm>
            <a:off x="4051300" y="1066800"/>
            <a:ext cx="990600" cy="444500"/>
          </a:xfrm>
          <a:prstGeom prst="roundRect">
            <a:avLst/>
          </a:prstGeom>
          <a:solidFill>
            <a:srgbClr val="E9B7B5"/>
          </a:solidFill>
          <a:ln w="12700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cxnSp>
        <p:nvCxnSpPr>
          <p:cNvPr id="139" name="Network_Line_1">
            <a:extLst>
              <a:ext uri="{FF2B5EF4-FFF2-40B4-BE49-F238E27FC236}">
                <a16:creationId xmlns:a16="http://schemas.microsoft.com/office/drawing/2014/main" id="{1E8229D0-65B2-CBE0-4325-5D17447ECFE9}"/>
              </a:ext>
            </a:extLst>
          </p:cNvPr>
          <p:cNvCxnSpPr/>
          <p:nvPr/>
        </p:nvCxnSpPr>
        <p:spPr>
          <a:xfrm flipV="1">
            <a:off x="4178300" y="1168400"/>
            <a:ext cx="88900" cy="50800"/>
          </a:xfrm>
          <a:prstGeom prst="straightConnector1">
            <a:avLst/>
          </a:prstGeom>
          <a:ln w="6350">
            <a:solidFill>
              <a:srgbClr val="567985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Network_Line_2">
            <a:extLst>
              <a:ext uri="{FF2B5EF4-FFF2-40B4-BE49-F238E27FC236}">
                <a16:creationId xmlns:a16="http://schemas.microsoft.com/office/drawing/2014/main" id="{1672F6B5-C971-5722-2E41-7CC7690BFE97}"/>
              </a:ext>
            </a:extLst>
          </p:cNvPr>
          <p:cNvCxnSpPr/>
          <p:nvPr/>
        </p:nvCxnSpPr>
        <p:spPr>
          <a:xfrm>
            <a:off x="4178300" y="1219200"/>
            <a:ext cx="88900" cy="63500"/>
          </a:xfrm>
          <a:prstGeom prst="straightConnector1">
            <a:avLst/>
          </a:prstGeom>
          <a:ln w="6350">
            <a:solidFill>
              <a:srgbClr val="567985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Network_Line_3">
            <a:extLst>
              <a:ext uri="{FF2B5EF4-FFF2-40B4-BE49-F238E27FC236}">
                <a16:creationId xmlns:a16="http://schemas.microsoft.com/office/drawing/2014/main" id="{180AE87B-6349-907B-23C5-ADE2678A1A09}"/>
              </a:ext>
            </a:extLst>
          </p:cNvPr>
          <p:cNvCxnSpPr/>
          <p:nvPr/>
        </p:nvCxnSpPr>
        <p:spPr>
          <a:xfrm flipH="1" flipV="1">
            <a:off x="4102100" y="1155700"/>
            <a:ext cx="76200" cy="63500"/>
          </a:xfrm>
          <a:prstGeom prst="straightConnector1">
            <a:avLst/>
          </a:prstGeom>
          <a:ln w="6350">
            <a:solidFill>
              <a:srgbClr val="567985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Network_Line_4">
            <a:extLst>
              <a:ext uri="{FF2B5EF4-FFF2-40B4-BE49-F238E27FC236}">
                <a16:creationId xmlns:a16="http://schemas.microsoft.com/office/drawing/2014/main" id="{CD744712-6CD2-263C-D5D5-4129174AC87C}"/>
              </a:ext>
            </a:extLst>
          </p:cNvPr>
          <p:cNvCxnSpPr/>
          <p:nvPr/>
        </p:nvCxnSpPr>
        <p:spPr>
          <a:xfrm flipH="1">
            <a:off x="4102100" y="1219200"/>
            <a:ext cx="76200" cy="88900"/>
          </a:xfrm>
          <a:prstGeom prst="straightConnector1">
            <a:avLst/>
          </a:prstGeom>
          <a:ln w="6350">
            <a:solidFill>
              <a:srgbClr val="567985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Network_Hub">
            <a:extLst>
              <a:ext uri="{FF2B5EF4-FFF2-40B4-BE49-F238E27FC236}">
                <a16:creationId xmlns:a16="http://schemas.microsoft.com/office/drawing/2014/main" id="{54236EF3-EDE0-CFF6-D89B-27526679ABFC}"/>
              </a:ext>
            </a:extLst>
          </p:cNvPr>
          <p:cNvSpPr/>
          <p:nvPr/>
        </p:nvSpPr>
        <p:spPr>
          <a:xfrm>
            <a:off x="4146550" y="1187450"/>
            <a:ext cx="63500" cy="63500"/>
          </a:xfrm>
          <a:prstGeom prst="ellipse">
            <a:avLst/>
          </a:prstGeom>
          <a:solidFill>
            <a:srgbClr val="42B8C6"/>
          </a:solidFill>
          <a:ln w="5080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44" name="Network_Node_N">
            <a:extLst>
              <a:ext uri="{FF2B5EF4-FFF2-40B4-BE49-F238E27FC236}">
                <a16:creationId xmlns:a16="http://schemas.microsoft.com/office/drawing/2014/main" id="{058B57FF-96C6-5162-7D46-34AF664F0DDA}"/>
              </a:ext>
            </a:extLst>
          </p:cNvPr>
          <p:cNvSpPr/>
          <p:nvPr/>
        </p:nvSpPr>
        <p:spPr>
          <a:xfrm>
            <a:off x="4241800" y="1130300"/>
            <a:ext cx="50800" cy="50800"/>
          </a:xfrm>
          <a:prstGeom prst="ellipse">
            <a:avLst/>
          </a:prstGeom>
          <a:solidFill>
            <a:srgbClr val="F09B8E"/>
          </a:solidFill>
          <a:ln w="4445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45" name="Network_Node_E">
            <a:extLst>
              <a:ext uri="{FF2B5EF4-FFF2-40B4-BE49-F238E27FC236}">
                <a16:creationId xmlns:a16="http://schemas.microsoft.com/office/drawing/2014/main" id="{DABCB897-EE21-3870-3114-E65DFD0A08E6}"/>
              </a:ext>
            </a:extLst>
          </p:cNvPr>
          <p:cNvSpPr/>
          <p:nvPr/>
        </p:nvSpPr>
        <p:spPr>
          <a:xfrm>
            <a:off x="4241800" y="1257300"/>
            <a:ext cx="50800" cy="50800"/>
          </a:xfrm>
          <a:prstGeom prst="ellipse">
            <a:avLst/>
          </a:prstGeom>
          <a:solidFill>
            <a:srgbClr val="F4C95D"/>
          </a:solidFill>
          <a:ln w="4445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46" name="Network_Node_W1">
            <a:extLst>
              <a:ext uri="{FF2B5EF4-FFF2-40B4-BE49-F238E27FC236}">
                <a16:creationId xmlns:a16="http://schemas.microsoft.com/office/drawing/2014/main" id="{A4702838-ED1B-58CD-64EB-4F137962D779}"/>
              </a:ext>
            </a:extLst>
          </p:cNvPr>
          <p:cNvSpPr/>
          <p:nvPr/>
        </p:nvSpPr>
        <p:spPr>
          <a:xfrm>
            <a:off x="4076700" y="1130300"/>
            <a:ext cx="50800" cy="50800"/>
          </a:xfrm>
          <a:prstGeom prst="ellipse">
            <a:avLst/>
          </a:prstGeom>
          <a:solidFill>
            <a:srgbClr val="6ED2D8"/>
          </a:solidFill>
          <a:ln w="4445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47" name="Network_Node_W2">
            <a:extLst>
              <a:ext uri="{FF2B5EF4-FFF2-40B4-BE49-F238E27FC236}">
                <a16:creationId xmlns:a16="http://schemas.microsoft.com/office/drawing/2014/main" id="{BA8FFF72-2116-F022-9EC8-1EC2EE44435F}"/>
              </a:ext>
            </a:extLst>
          </p:cNvPr>
          <p:cNvSpPr/>
          <p:nvPr/>
        </p:nvSpPr>
        <p:spPr>
          <a:xfrm>
            <a:off x="4076700" y="1282700"/>
            <a:ext cx="50800" cy="50800"/>
          </a:xfrm>
          <a:prstGeom prst="ellipse">
            <a:avLst/>
          </a:prstGeom>
          <a:solidFill>
            <a:srgbClr val="E77C8E"/>
          </a:solidFill>
          <a:ln w="4445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48" name="Central_Model_Text">
            <a:extLst>
              <a:ext uri="{FF2B5EF4-FFF2-40B4-BE49-F238E27FC236}">
                <a16:creationId xmlns:a16="http://schemas.microsoft.com/office/drawing/2014/main" id="{489857BE-9AF1-8D86-141B-C38B68379A8D}"/>
              </a:ext>
            </a:extLst>
          </p:cNvPr>
          <p:cNvSpPr txBox="1"/>
          <p:nvPr/>
        </p:nvSpPr>
        <p:spPr>
          <a:xfrm>
            <a:off x="4318000" y="1130300"/>
            <a:ext cx="6731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850" b="1">
                <a:solidFill>
                  <a:srgbClr val="111111"/>
                </a:solidFill>
                <a:latin typeface="Comic Sans MS" panose="030F0702030302020204" pitchFamily="66" charset="0"/>
              </a:rPr>
              <a:t>Central
Model</a:t>
            </a:r>
            <a:endParaRPr lang="zh-CN" altLang="en-US" sz="850" b="1">
              <a:solidFill>
                <a:srgbClr val="111111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249" name="Reliability_Callout_Group">
            <a:extLst>
              <a:ext uri="{FF2B5EF4-FFF2-40B4-BE49-F238E27FC236}">
                <a16:creationId xmlns:a16="http://schemas.microsoft.com/office/drawing/2014/main" id="{AB3989C1-AD36-9DE4-25A6-98E652736820}"/>
              </a:ext>
            </a:extLst>
          </p:cNvPr>
          <p:cNvGrpSpPr/>
          <p:nvPr/>
        </p:nvGrpSpPr>
        <p:grpSpPr>
          <a:xfrm>
            <a:off x="4356100" y="63500"/>
            <a:ext cx="1422400" cy="990600"/>
            <a:chOff x="4356100" y="63500"/>
            <a:chExt cx="1422400" cy="990600"/>
          </a:xfrm>
        </p:grpSpPr>
        <p:sp>
          <p:nvSpPr>
            <p:cNvPr id="149" name="Speech_Tail">
              <a:extLst>
                <a:ext uri="{FF2B5EF4-FFF2-40B4-BE49-F238E27FC236}">
                  <a16:creationId xmlns:a16="http://schemas.microsoft.com/office/drawing/2014/main" id="{BB473E52-06F5-BFD1-D2FD-D6F39AD88A58}"/>
                </a:ext>
              </a:extLst>
            </p:cNvPr>
            <p:cNvSpPr/>
            <p:nvPr/>
          </p:nvSpPr>
          <p:spPr>
            <a:xfrm rot="10800000">
              <a:off x="4622800" y="850900"/>
              <a:ext cx="304800" cy="203200"/>
            </a:xfrm>
            <a:prstGeom prst="triangle">
              <a:avLst/>
            </a:prstGeom>
            <a:solidFill>
              <a:srgbClr val="F2E1DF"/>
            </a:solidFill>
            <a:ln w="11430">
              <a:solidFill>
                <a:srgbClr val="44444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>
              <a:noAutofit/>
            </a:bodyPr>
            <a:lstStyle/>
            <a:p>
              <a:pPr algn="ctr"/>
              <a:endParaRPr lang="zh-CN" altLang="en-US" sz="700">
                <a:solidFill>
                  <a:srgbClr val="202124"/>
                </a:solidFill>
              </a:endParaRPr>
            </a:p>
          </p:txBody>
        </p:sp>
        <p:sp>
          <p:nvSpPr>
            <p:cNvPr id="150" name="Reliability_Speech">
              <a:extLst>
                <a:ext uri="{FF2B5EF4-FFF2-40B4-BE49-F238E27FC236}">
                  <a16:creationId xmlns:a16="http://schemas.microsoft.com/office/drawing/2014/main" id="{2963B22E-A8C6-3B94-5F8F-FC5530A5739B}"/>
                </a:ext>
              </a:extLst>
            </p:cNvPr>
            <p:cNvSpPr/>
            <p:nvPr/>
          </p:nvSpPr>
          <p:spPr>
            <a:xfrm>
              <a:off x="4356100" y="63500"/>
              <a:ext cx="1422400" cy="889000"/>
            </a:xfrm>
            <a:prstGeom prst="ellipse">
              <a:avLst/>
            </a:prstGeom>
            <a:solidFill>
              <a:srgbClr val="F2E1DF"/>
            </a:solidFill>
            <a:ln w="12700">
              <a:solidFill>
                <a:srgbClr val="44444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3500" tIns="63500" rIns="63500" bIns="63500" rtlCol="0" anchor="ctr">
              <a:noAutofit/>
            </a:bodyPr>
            <a:lstStyle/>
            <a:p>
              <a:pPr algn="ctr"/>
              <a:r>
                <a:rPr lang="en-US" altLang="zh-CN" sz="680" b="1">
                  <a:solidFill>
                    <a:srgbClr val="111111"/>
                  </a:solidFill>
                  <a:latin typeface="Comic Sans MS" panose="030F0702030302020204" pitchFamily="66" charset="0"/>
                </a:rPr>
                <a:t>Peer 1 and Peer 2
provided the same
answer. But are
</a:t>
              </a:r>
              <a:r>
                <a:rPr lang="en-US" altLang="zh-CN" sz="680" b="1">
                  <a:solidFill>
                    <a:srgbClr val="A84332"/>
                  </a:solidFill>
                  <a:latin typeface="Comic Sans MS" panose="030F0702030302020204" pitchFamily="66" charset="0"/>
                </a:rPr>
                <a:t>they reliable ?</a:t>
              </a:r>
              <a:endParaRPr lang="zh-CN" altLang="en-US" sz="680" b="1">
                <a:solidFill>
                  <a:srgbClr val="A84332"/>
                </a:solidFill>
                <a:latin typeface="Comic Sans MS" panose="030F0702030302020204" pitchFamily="66" charset="0"/>
              </a:endParaRPr>
            </a:p>
          </p:txBody>
        </p:sp>
      </p:grpSp>
      <p:cxnSp>
        <p:nvCxnSpPr>
          <p:cNvPr id="151" name="Aggregate_Arrow">
            <a:extLst>
              <a:ext uri="{FF2B5EF4-FFF2-40B4-BE49-F238E27FC236}">
                <a16:creationId xmlns:a16="http://schemas.microsoft.com/office/drawing/2014/main" id="{5059CFA1-9B02-3F98-8CCE-F610E49DB753}"/>
              </a:ext>
            </a:extLst>
          </p:cNvPr>
          <p:cNvCxnSpPr/>
          <p:nvPr/>
        </p:nvCxnSpPr>
        <p:spPr>
          <a:xfrm>
            <a:off x="5041900" y="1308100"/>
            <a:ext cx="660400" cy="0"/>
          </a:xfrm>
          <a:prstGeom prst="straightConnector1">
            <a:avLst/>
          </a:prstGeom>
          <a:ln w="12700">
            <a:solidFill>
              <a:srgbClr val="11111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Aggregate_Label">
            <a:extLst>
              <a:ext uri="{FF2B5EF4-FFF2-40B4-BE49-F238E27FC236}">
                <a16:creationId xmlns:a16="http://schemas.microsoft.com/office/drawing/2014/main" id="{82C8D211-D42D-6847-6CC4-A6CB76EAD9E8}"/>
              </a:ext>
            </a:extLst>
          </p:cNvPr>
          <p:cNvSpPr txBox="1"/>
          <p:nvPr/>
        </p:nvSpPr>
        <p:spPr>
          <a:xfrm>
            <a:off x="5092700" y="1066800"/>
            <a:ext cx="5715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670" b="1">
                <a:solidFill>
                  <a:srgbClr val="F57C00"/>
                </a:solidFill>
                <a:latin typeface="Comic Sans MS" panose="030F0702030302020204" pitchFamily="66" charset="0"/>
              </a:rPr>
              <a:t>aggregate</a:t>
            </a:r>
            <a:endParaRPr lang="zh-CN" altLang="en-US" sz="670" b="1">
              <a:solidFill>
                <a:srgbClr val="F57C00"/>
              </a:solidFill>
              <a:latin typeface="Comic Sans MS" panose="030F0702030302020204" pitchFamily="66" charset="0"/>
            </a:endParaRPr>
          </a:p>
        </p:txBody>
      </p:sp>
      <p:sp>
        <p:nvSpPr>
          <p:cNvPr id="153" name="Golden_Peer_Box">
            <a:extLst>
              <a:ext uri="{FF2B5EF4-FFF2-40B4-BE49-F238E27FC236}">
                <a16:creationId xmlns:a16="http://schemas.microsoft.com/office/drawing/2014/main" id="{32D50C31-0BA4-3F27-1767-A8893A63B9E0}"/>
              </a:ext>
            </a:extLst>
          </p:cNvPr>
          <p:cNvSpPr/>
          <p:nvPr/>
        </p:nvSpPr>
        <p:spPr>
          <a:xfrm>
            <a:off x="5702300" y="939800"/>
            <a:ext cx="711200" cy="723900"/>
          </a:xfrm>
          <a:prstGeom prst="rect">
            <a:avLst/>
          </a:prstGeom>
          <a:solidFill>
            <a:srgbClr val="FFF1C7"/>
          </a:solidFill>
          <a:ln w="10160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54" name="Golden_Peer_Avatar">
            <a:extLst>
              <a:ext uri="{FF2B5EF4-FFF2-40B4-BE49-F238E27FC236}">
                <a16:creationId xmlns:a16="http://schemas.microsoft.com/office/drawing/2014/main" id="{1FDEC2C5-A35E-5077-B009-A5E980FC7954}"/>
              </a:ext>
            </a:extLst>
          </p:cNvPr>
          <p:cNvSpPr txBox="1"/>
          <p:nvPr/>
        </p:nvSpPr>
        <p:spPr>
          <a:xfrm>
            <a:off x="5765800" y="977900"/>
            <a:ext cx="3556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50">
                <a:solidFill>
                  <a:srgbClr val="202124"/>
                </a:solidFill>
                <a:latin typeface="Segoe UI Emoji" panose="020B0502040204020203" pitchFamily="34" charset="0"/>
              </a:rPr>
              <a:t>👩🏻‍🏫</a:t>
            </a:r>
          </a:p>
        </p:txBody>
      </p:sp>
      <p:sp>
        <p:nvSpPr>
          <p:cNvPr id="155" name="Golden_Peer_Checklist">
            <a:extLst>
              <a:ext uri="{FF2B5EF4-FFF2-40B4-BE49-F238E27FC236}">
                <a16:creationId xmlns:a16="http://schemas.microsoft.com/office/drawing/2014/main" id="{5A77FEE2-79ED-8AD5-AE70-4434A5C7F546}"/>
              </a:ext>
            </a:extLst>
          </p:cNvPr>
          <p:cNvSpPr txBox="1"/>
          <p:nvPr/>
        </p:nvSpPr>
        <p:spPr>
          <a:xfrm>
            <a:off x="6146800" y="1016000"/>
            <a:ext cx="1905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480" b="1">
                <a:solidFill>
                  <a:srgbClr val="26734D"/>
                </a:solidFill>
                <a:latin typeface="Comic Sans MS" panose="030F0702030302020204" pitchFamily="66" charset="0"/>
              </a:rPr>
              <a:t>✓</a:t>
            </a:r>
            <a:r>
              <a:rPr lang="en-US" altLang="zh-CN" sz="480" b="1">
                <a:solidFill>
                  <a:srgbClr val="26734D"/>
                </a:solidFill>
                <a:latin typeface="Comic Sans MS" panose="030F0702030302020204" pitchFamily="66" charset="0"/>
              </a:rPr>
              <a:t>—
✓—
✓—</a:t>
            </a:r>
            <a:endParaRPr lang="zh-CN" altLang="en-US" sz="480" b="1">
              <a:solidFill>
                <a:srgbClr val="26734D"/>
              </a:solidFill>
              <a:latin typeface="Comic Sans MS" panose="030F0702030302020204" pitchFamily="66" charset="0"/>
            </a:endParaRPr>
          </a:p>
        </p:txBody>
      </p:sp>
      <p:sp>
        <p:nvSpPr>
          <p:cNvPr id="156" name="Golden_Peer_Label">
            <a:extLst>
              <a:ext uri="{FF2B5EF4-FFF2-40B4-BE49-F238E27FC236}">
                <a16:creationId xmlns:a16="http://schemas.microsoft.com/office/drawing/2014/main" id="{14A2E3F5-8B5E-EC09-D048-096C93891FA8}"/>
              </a:ext>
            </a:extLst>
          </p:cNvPr>
          <p:cNvSpPr txBox="1"/>
          <p:nvPr/>
        </p:nvSpPr>
        <p:spPr>
          <a:xfrm>
            <a:off x="5765800" y="1320800"/>
            <a:ext cx="584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780" b="1">
                <a:solidFill>
                  <a:srgbClr val="111111"/>
                </a:solidFill>
                <a:latin typeface="Comic Sans MS" panose="030F0702030302020204" pitchFamily="66" charset="0"/>
              </a:rPr>
              <a:t>Golden
Peer</a:t>
            </a:r>
            <a:endParaRPr lang="zh-CN" altLang="en-US" sz="780" b="1">
              <a:solidFill>
                <a:srgbClr val="111111"/>
              </a:solidFill>
              <a:latin typeface="Comic Sans MS" panose="030F0702030302020204" pitchFamily="66" charset="0"/>
            </a:endParaRPr>
          </a:p>
        </p:txBody>
      </p:sp>
      <p:sp>
        <p:nvSpPr>
          <p:cNvPr id="157" name="Bottom_Evidence_Container">
            <a:extLst>
              <a:ext uri="{FF2B5EF4-FFF2-40B4-BE49-F238E27FC236}">
                <a16:creationId xmlns:a16="http://schemas.microsoft.com/office/drawing/2014/main" id="{225DD3A9-62D0-1199-7B41-0DDF9FB4C58A}"/>
              </a:ext>
            </a:extLst>
          </p:cNvPr>
          <p:cNvSpPr/>
          <p:nvPr/>
        </p:nvSpPr>
        <p:spPr>
          <a:xfrm>
            <a:off x="12700" y="2019300"/>
            <a:ext cx="4064000" cy="21082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A94B3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58" name="Historical_Performance_Panel">
            <a:extLst>
              <a:ext uri="{FF2B5EF4-FFF2-40B4-BE49-F238E27FC236}">
                <a16:creationId xmlns:a16="http://schemas.microsoft.com/office/drawing/2014/main" id="{44DFA249-4DB5-FC27-91D5-018EC6BE368F}"/>
              </a:ext>
            </a:extLst>
          </p:cNvPr>
          <p:cNvSpPr/>
          <p:nvPr/>
        </p:nvSpPr>
        <p:spPr>
          <a:xfrm>
            <a:off x="101600" y="2095500"/>
            <a:ext cx="1828800" cy="1917700"/>
          </a:xfrm>
          <a:prstGeom prst="roundRect">
            <a:avLst/>
          </a:prstGeom>
          <a:solidFill>
            <a:srgbClr val="FFF9E8"/>
          </a:solidFill>
          <a:ln w="11430">
            <a:solidFill>
              <a:srgbClr val="2A66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59" name="Historical_Performance_Title">
            <a:extLst>
              <a:ext uri="{FF2B5EF4-FFF2-40B4-BE49-F238E27FC236}">
                <a16:creationId xmlns:a16="http://schemas.microsoft.com/office/drawing/2014/main" id="{314B33C2-F504-CCD5-1CBE-FA77C46542F2}"/>
              </a:ext>
            </a:extLst>
          </p:cNvPr>
          <p:cNvSpPr txBox="1"/>
          <p:nvPr/>
        </p:nvSpPr>
        <p:spPr>
          <a:xfrm>
            <a:off x="177800" y="2133600"/>
            <a:ext cx="1676400" cy="2215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840" b="1">
                <a:solidFill>
                  <a:srgbClr val="16879A"/>
                </a:solidFill>
                <a:latin typeface="Comic Sans MS" panose="030F0702030302020204" pitchFamily="66" charset="0"/>
              </a:rPr>
              <a:t>Historical Performance</a:t>
            </a:r>
            <a:endParaRPr lang="zh-CN" altLang="en-US" sz="840" b="1">
              <a:solidFill>
                <a:srgbClr val="16879A"/>
              </a:solidFill>
              <a:latin typeface="Comic Sans MS" panose="030F0702030302020204" pitchFamily="66" charset="0"/>
            </a:endParaRPr>
          </a:p>
        </p:txBody>
      </p:sp>
      <p:sp>
        <p:nvSpPr>
          <p:cNvPr id="160" name="Peer_Relationship_Panel">
            <a:extLst>
              <a:ext uri="{FF2B5EF4-FFF2-40B4-BE49-F238E27FC236}">
                <a16:creationId xmlns:a16="http://schemas.microsoft.com/office/drawing/2014/main" id="{CDE9966A-EF14-8264-0079-4E3F8FAE2D3B}"/>
              </a:ext>
            </a:extLst>
          </p:cNvPr>
          <p:cNvSpPr/>
          <p:nvPr/>
        </p:nvSpPr>
        <p:spPr>
          <a:xfrm>
            <a:off x="2171700" y="2095500"/>
            <a:ext cx="1790700" cy="1917700"/>
          </a:xfrm>
          <a:prstGeom prst="roundRect">
            <a:avLst/>
          </a:prstGeom>
          <a:solidFill>
            <a:srgbClr val="FFF9E8"/>
          </a:solidFill>
          <a:ln w="11430">
            <a:solidFill>
              <a:srgbClr val="2A66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61" name="Peer_Relationship_Title">
            <a:extLst>
              <a:ext uri="{FF2B5EF4-FFF2-40B4-BE49-F238E27FC236}">
                <a16:creationId xmlns:a16="http://schemas.microsoft.com/office/drawing/2014/main" id="{51668EE9-8844-0087-8D4A-42372968BEA6}"/>
              </a:ext>
            </a:extLst>
          </p:cNvPr>
          <p:cNvSpPr txBox="1"/>
          <p:nvPr/>
        </p:nvSpPr>
        <p:spPr>
          <a:xfrm>
            <a:off x="2247900" y="2133600"/>
            <a:ext cx="1638300" cy="2215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840" b="1">
                <a:solidFill>
                  <a:srgbClr val="D79A00"/>
                </a:solidFill>
                <a:latin typeface="Comic Sans MS" panose="030F0702030302020204" pitchFamily="66" charset="0"/>
              </a:rPr>
              <a:t>Peer Relationship</a:t>
            </a:r>
            <a:endParaRPr lang="zh-CN" altLang="en-US" sz="840" b="1">
              <a:solidFill>
                <a:srgbClr val="D79A00"/>
              </a:solidFill>
              <a:latin typeface="Comic Sans MS" panose="030F0702030302020204" pitchFamily="66" charset="0"/>
            </a:endParaRPr>
          </a:p>
        </p:txBody>
      </p:sp>
      <p:sp>
        <p:nvSpPr>
          <p:cNvPr id="162" name="Evidence_Plus">
            <a:extLst>
              <a:ext uri="{FF2B5EF4-FFF2-40B4-BE49-F238E27FC236}">
                <a16:creationId xmlns:a16="http://schemas.microsoft.com/office/drawing/2014/main" id="{735B6DBA-4421-3EDA-0AAD-81BBED23DC35}"/>
              </a:ext>
            </a:extLst>
          </p:cNvPr>
          <p:cNvSpPr/>
          <p:nvPr/>
        </p:nvSpPr>
        <p:spPr>
          <a:xfrm>
            <a:off x="1943100" y="2959100"/>
            <a:ext cx="203200" cy="203200"/>
          </a:xfrm>
          <a:prstGeom prst="ellipse">
            <a:avLst/>
          </a:prstGeom>
          <a:solidFill>
            <a:srgbClr val="FFF0C6"/>
          </a:solidFill>
          <a:ln w="1016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900" b="1">
                <a:solidFill>
                  <a:srgbClr val="111111"/>
                </a:solidFill>
                <a:latin typeface="Comic Sans MS" panose="030F0702030302020204" pitchFamily="66" charset="0"/>
              </a:rPr>
              <a:t>+</a:t>
            </a:r>
            <a:endParaRPr lang="zh-CN" altLang="en-US" sz="900" b="1">
              <a:solidFill>
                <a:srgbClr val="111111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164" name="Historical_Record_Path_2">
            <a:extLst>
              <a:ext uri="{FF2B5EF4-FFF2-40B4-BE49-F238E27FC236}">
                <a16:creationId xmlns:a16="http://schemas.microsoft.com/office/drawing/2014/main" id="{60F67B1B-8A88-B5FF-4B85-7BC7F10D9504}"/>
              </a:ext>
            </a:extLst>
          </p:cNvPr>
          <p:cNvCxnSpPr/>
          <p:nvPr/>
        </p:nvCxnSpPr>
        <p:spPr>
          <a:xfrm flipV="1">
            <a:off x="3949700" y="1511300"/>
            <a:ext cx="584200" cy="355600"/>
          </a:xfrm>
          <a:prstGeom prst="straightConnector1">
            <a:avLst/>
          </a:prstGeom>
          <a:ln w="11430">
            <a:solidFill>
              <a:srgbClr val="A94B3C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Historical_Record_Label">
            <a:extLst>
              <a:ext uri="{FF2B5EF4-FFF2-40B4-BE49-F238E27FC236}">
                <a16:creationId xmlns:a16="http://schemas.microsoft.com/office/drawing/2014/main" id="{85579339-223A-08EA-AEC4-64B2E781061D}"/>
              </a:ext>
            </a:extLst>
          </p:cNvPr>
          <p:cNvSpPr txBox="1"/>
          <p:nvPr/>
        </p:nvSpPr>
        <p:spPr>
          <a:xfrm rot="-1620000">
            <a:off x="3593856" y="1521514"/>
            <a:ext cx="660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660" b="1">
                <a:solidFill>
                  <a:srgbClr val="A94B3C"/>
                </a:solidFill>
                <a:latin typeface="Comic Sans MS" panose="030F0702030302020204" pitchFamily="66" charset="0"/>
              </a:rPr>
              <a:t>Historical
Record</a:t>
            </a:r>
            <a:endParaRPr lang="zh-CN" altLang="en-US" sz="660" b="1">
              <a:solidFill>
                <a:srgbClr val="A94B3C"/>
              </a:solidFill>
              <a:latin typeface="Comic Sans MS" panose="030F0702030302020204" pitchFamily="66" charset="0"/>
            </a:endParaRPr>
          </a:p>
        </p:txBody>
      </p:sp>
      <p:sp>
        <p:nvSpPr>
          <p:cNvPr id="166" name="History_Row_1">
            <a:extLst>
              <a:ext uri="{FF2B5EF4-FFF2-40B4-BE49-F238E27FC236}">
                <a16:creationId xmlns:a16="http://schemas.microsoft.com/office/drawing/2014/main" id="{A5E40685-3CA0-0C74-3B3A-8F7117D370BF}"/>
              </a:ext>
            </a:extLst>
          </p:cNvPr>
          <p:cNvSpPr/>
          <p:nvPr/>
        </p:nvSpPr>
        <p:spPr>
          <a:xfrm>
            <a:off x="203200" y="2374900"/>
            <a:ext cx="1625600" cy="317500"/>
          </a:xfrm>
          <a:prstGeom prst="roundRect">
            <a:avLst/>
          </a:prstGeom>
          <a:solidFill>
            <a:srgbClr val="F3EEF2"/>
          </a:solidFill>
          <a:ln w="9525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67" name="History_Row_1_Avatar">
            <a:extLst>
              <a:ext uri="{FF2B5EF4-FFF2-40B4-BE49-F238E27FC236}">
                <a16:creationId xmlns:a16="http://schemas.microsoft.com/office/drawing/2014/main" id="{DE1139C9-D36D-1B29-9C20-E2FD120CD8FD}"/>
              </a:ext>
            </a:extLst>
          </p:cNvPr>
          <p:cNvSpPr txBox="1"/>
          <p:nvPr/>
        </p:nvSpPr>
        <p:spPr>
          <a:xfrm>
            <a:off x="228600" y="2413000"/>
            <a:ext cx="2540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050">
                <a:solidFill>
                  <a:srgbClr val="202124"/>
                </a:solidFill>
                <a:latin typeface="Segoe UI Emoji" panose="020B0502040204020203" pitchFamily="34" charset="0"/>
              </a:rPr>
              <a:t>👨🏻‍🦳</a:t>
            </a:r>
          </a:p>
        </p:txBody>
      </p:sp>
      <p:sp>
        <p:nvSpPr>
          <p:cNvPr id="168" name="History_1_Status_1">
            <a:extLst>
              <a:ext uri="{FF2B5EF4-FFF2-40B4-BE49-F238E27FC236}">
                <a16:creationId xmlns:a16="http://schemas.microsoft.com/office/drawing/2014/main" id="{E7287F0E-C03D-8648-E79B-2525528F80B9}"/>
              </a:ext>
            </a:extLst>
          </p:cNvPr>
          <p:cNvSpPr/>
          <p:nvPr/>
        </p:nvSpPr>
        <p:spPr>
          <a:xfrm>
            <a:off x="533400" y="2463800"/>
            <a:ext cx="127000" cy="127000"/>
          </a:xfrm>
          <a:prstGeom prst="roundRect">
            <a:avLst/>
          </a:prstGeom>
          <a:solidFill>
            <a:srgbClr val="EAF8EF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1F9D55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169" name="History_1_Status_2">
            <a:extLst>
              <a:ext uri="{FF2B5EF4-FFF2-40B4-BE49-F238E27FC236}">
                <a16:creationId xmlns:a16="http://schemas.microsoft.com/office/drawing/2014/main" id="{FCAE741F-7B28-4155-CF66-7A135175E7BD}"/>
              </a:ext>
            </a:extLst>
          </p:cNvPr>
          <p:cNvSpPr/>
          <p:nvPr/>
        </p:nvSpPr>
        <p:spPr>
          <a:xfrm>
            <a:off x="698500" y="2463800"/>
            <a:ext cx="127000" cy="127000"/>
          </a:xfrm>
          <a:prstGeom prst="roundRect">
            <a:avLst/>
          </a:prstGeom>
          <a:solidFill>
            <a:srgbClr val="EAF8EF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1F9D55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170" name="History_1_Status_3">
            <a:extLst>
              <a:ext uri="{FF2B5EF4-FFF2-40B4-BE49-F238E27FC236}">
                <a16:creationId xmlns:a16="http://schemas.microsoft.com/office/drawing/2014/main" id="{733877BF-CAEF-A5D5-77F4-CD2777D6191E}"/>
              </a:ext>
            </a:extLst>
          </p:cNvPr>
          <p:cNvSpPr/>
          <p:nvPr/>
        </p:nvSpPr>
        <p:spPr>
          <a:xfrm>
            <a:off x="863600" y="2463800"/>
            <a:ext cx="127000" cy="127000"/>
          </a:xfrm>
          <a:prstGeom prst="roundRect">
            <a:avLst/>
          </a:prstGeom>
          <a:solidFill>
            <a:srgbClr val="FBEAEC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E74C5C"/>
                </a:solidFill>
                <a:latin typeface="Arial" panose="020B0604020202020204" pitchFamily="34" charset="0"/>
              </a:rPr>
              <a:t>✕</a:t>
            </a:r>
          </a:p>
        </p:txBody>
      </p:sp>
      <p:sp>
        <p:nvSpPr>
          <p:cNvPr id="171" name="History_1_Status_4">
            <a:extLst>
              <a:ext uri="{FF2B5EF4-FFF2-40B4-BE49-F238E27FC236}">
                <a16:creationId xmlns:a16="http://schemas.microsoft.com/office/drawing/2014/main" id="{B19FF7ED-0417-165E-518B-CA7D24146628}"/>
              </a:ext>
            </a:extLst>
          </p:cNvPr>
          <p:cNvSpPr/>
          <p:nvPr/>
        </p:nvSpPr>
        <p:spPr>
          <a:xfrm>
            <a:off x="1028700" y="2463800"/>
            <a:ext cx="127000" cy="127000"/>
          </a:xfrm>
          <a:prstGeom prst="roundRect">
            <a:avLst/>
          </a:prstGeom>
          <a:solidFill>
            <a:srgbClr val="EAF8EF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1F9D55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172" name="History_1_Status_5">
            <a:extLst>
              <a:ext uri="{FF2B5EF4-FFF2-40B4-BE49-F238E27FC236}">
                <a16:creationId xmlns:a16="http://schemas.microsoft.com/office/drawing/2014/main" id="{52B27246-1532-77BA-9D12-E68136B0F928}"/>
              </a:ext>
            </a:extLst>
          </p:cNvPr>
          <p:cNvSpPr/>
          <p:nvPr/>
        </p:nvSpPr>
        <p:spPr>
          <a:xfrm>
            <a:off x="1193800" y="2463800"/>
            <a:ext cx="127000" cy="127000"/>
          </a:xfrm>
          <a:prstGeom prst="roundRect">
            <a:avLst/>
          </a:prstGeom>
          <a:solidFill>
            <a:srgbClr val="EAF8EF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1F9D55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173" name="History_1_Status_6">
            <a:extLst>
              <a:ext uri="{FF2B5EF4-FFF2-40B4-BE49-F238E27FC236}">
                <a16:creationId xmlns:a16="http://schemas.microsoft.com/office/drawing/2014/main" id="{666BA35E-1881-DA5B-D9CF-7288662C957D}"/>
              </a:ext>
            </a:extLst>
          </p:cNvPr>
          <p:cNvSpPr/>
          <p:nvPr/>
        </p:nvSpPr>
        <p:spPr>
          <a:xfrm>
            <a:off x="1358900" y="2463800"/>
            <a:ext cx="127000" cy="127000"/>
          </a:xfrm>
          <a:prstGeom prst="roundRect">
            <a:avLst/>
          </a:prstGeom>
          <a:solidFill>
            <a:srgbClr val="FBEAEC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E74C5C"/>
                </a:solidFill>
                <a:latin typeface="Arial" panose="020B0604020202020204" pitchFamily="34" charset="0"/>
              </a:rPr>
              <a:t>✕</a:t>
            </a:r>
          </a:p>
        </p:txBody>
      </p:sp>
      <p:sp>
        <p:nvSpPr>
          <p:cNvPr id="174" name="History_1_Status_7">
            <a:extLst>
              <a:ext uri="{FF2B5EF4-FFF2-40B4-BE49-F238E27FC236}">
                <a16:creationId xmlns:a16="http://schemas.microsoft.com/office/drawing/2014/main" id="{29FACA84-7CD2-4765-810D-6B81BB89186D}"/>
              </a:ext>
            </a:extLst>
          </p:cNvPr>
          <p:cNvSpPr/>
          <p:nvPr/>
        </p:nvSpPr>
        <p:spPr>
          <a:xfrm>
            <a:off x="1524000" y="2463800"/>
            <a:ext cx="127000" cy="127000"/>
          </a:xfrm>
          <a:prstGeom prst="roundRect">
            <a:avLst/>
          </a:prstGeom>
          <a:solidFill>
            <a:srgbClr val="EAF8EF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1F9D55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175" name="History_Row_2">
            <a:extLst>
              <a:ext uri="{FF2B5EF4-FFF2-40B4-BE49-F238E27FC236}">
                <a16:creationId xmlns:a16="http://schemas.microsoft.com/office/drawing/2014/main" id="{A59601E4-7CDF-9571-6308-A4FC47D3C935}"/>
              </a:ext>
            </a:extLst>
          </p:cNvPr>
          <p:cNvSpPr/>
          <p:nvPr/>
        </p:nvSpPr>
        <p:spPr>
          <a:xfrm>
            <a:off x="203200" y="2768600"/>
            <a:ext cx="1625600" cy="317500"/>
          </a:xfrm>
          <a:prstGeom prst="roundRect">
            <a:avLst/>
          </a:prstGeom>
          <a:solidFill>
            <a:srgbClr val="F5ECE7"/>
          </a:solidFill>
          <a:ln w="9525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76" name="History_Row_2_Avatar">
            <a:extLst>
              <a:ext uri="{FF2B5EF4-FFF2-40B4-BE49-F238E27FC236}">
                <a16:creationId xmlns:a16="http://schemas.microsoft.com/office/drawing/2014/main" id="{13602E5B-1EF3-FB0C-7BE8-006990DB9151}"/>
              </a:ext>
            </a:extLst>
          </p:cNvPr>
          <p:cNvSpPr txBox="1"/>
          <p:nvPr/>
        </p:nvSpPr>
        <p:spPr>
          <a:xfrm>
            <a:off x="228600" y="2806700"/>
            <a:ext cx="2540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050">
                <a:solidFill>
                  <a:srgbClr val="202124"/>
                </a:solidFill>
                <a:latin typeface="Segoe UI Emoji" panose="020B0502040204020203" pitchFamily="34" charset="0"/>
              </a:rPr>
              <a:t>👨🏻‍🔧</a:t>
            </a:r>
          </a:p>
        </p:txBody>
      </p:sp>
      <p:sp>
        <p:nvSpPr>
          <p:cNvPr id="177" name="History_2_Status_1">
            <a:extLst>
              <a:ext uri="{FF2B5EF4-FFF2-40B4-BE49-F238E27FC236}">
                <a16:creationId xmlns:a16="http://schemas.microsoft.com/office/drawing/2014/main" id="{B7F6D4F3-4F4E-A470-F4EA-51356EDBAFD3}"/>
              </a:ext>
            </a:extLst>
          </p:cNvPr>
          <p:cNvSpPr/>
          <p:nvPr/>
        </p:nvSpPr>
        <p:spPr>
          <a:xfrm>
            <a:off x="533400" y="2857500"/>
            <a:ext cx="127000" cy="127000"/>
          </a:xfrm>
          <a:prstGeom prst="roundRect">
            <a:avLst/>
          </a:prstGeom>
          <a:solidFill>
            <a:srgbClr val="EAF8EF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1F9D55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178" name="History_2_Status_2">
            <a:extLst>
              <a:ext uri="{FF2B5EF4-FFF2-40B4-BE49-F238E27FC236}">
                <a16:creationId xmlns:a16="http://schemas.microsoft.com/office/drawing/2014/main" id="{06DD32BD-5567-FC3B-DEE8-0B549DFBC201}"/>
              </a:ext>
            </a:extLst>
          </p:cNvPr>
          <p:cNvSpPr/>
          <p:nvPr/>
        </p:nvSpPr>
        <p:spPr>
          <a:xfrm>
            <a:off x="698500" y="2857500"/>
            <a:ext cx="127000" cy="127000"/>
          </a:xfrm>
          <a:prstGeom prst="roundRect">
            <a:avLst/>
          </a:prstGeom>
          <a:solidFill>
            <a:srgbClr val="FBEAEC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E74C5C"/>
                </a:solidFill>
                <a:latin typeface="Arial" panose="020B0604020202020204" pitchFamily="34" charset="0"/>
              </a:rPr>
              <a:t>✕</a:t>
            </a:r>
          </a:p>
        </p:txBody>
      </p:sp>
      <p:sp>
        <p:nvSpPr>
          <p:cNvPr id="179" name="History_2_Status_3">
            <a:extLst>
              <a:ext uri="{FF2B5EF4-FFF2-40B4-BE49-F238E27FC236}">
                <a16:creationId xmlns:a16="http://schemas.microsoft.com/office/drawing/2014/main" id="{3028BBC0-4DF6-360D-0B25-5BA85F67238E}"/>
              </a:ext>
            </a:extLst>
          </p:cNvPr>
          <p:cNvSpPr/>
          <p:nvPr/>
        </p:nvSpPr>
        <p:spPr>
          <a:xfrm>
            <a:off x="863600" y="2857500"/>
            <a:ext cx="127000" cy="127000"/>
          </a:xfrm>
          <a:prstGeom prst="roundRect">
            <a:avLst/>
          </a:prstGeom>
          <a:solidFill>
            <a:srgbClr val="FBEAEC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E74C5C"/>
                </a:solidFill>
                <a:latin typeface="Arial" panose="020B0604020202020204" pitchFamily="34" charset="0"/>
              </a:rPr>
              <a:t>✕</a:t>
            </a:r>
          </a:p>
        </p:txBody>
      </p:sp>
      <p:sp>
        <p:nvSpPr>
          <p:cNvPr id="180" name="History_2_Status_4">
            <a:extLst>
              <a:ext uri="{FF2B5EF4-FFF2-40B4-BE49-F238E27FC236}">
                <a16:creationId xmlns:a16="http://schemas.microsoft.com/office/drawing/2014/main" id="{F9ED07E8-BD5F-0E27-CCB4-E821C1691646}"/>
              </a:ext>
            </a:extLst>
          </p:cNvPr>
          <p:cNvSpPr/>
          <p:nvPr/>
        </p:nvSpPr>
        <p:spPr>
          <a:xfrm>
            <a:off x="1028700" y="2857500"/>
            <a:ext cx="127000" cy="127000"/>
          </a:xfrm>
          <a:prstGeom prst="roundRect">
            <a:avLst/>
          </a:prstGeom>
          <a:solidFill>
            <a:srgbClr val="FBEAEC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E74C5C"/>
                </a:solidFill>
                <a:latin typeface="Arial" panose="020B0604020202020204" pitchFamily="34" charset="0"/>
              </a:rPr>
              <a:t>✕</a:t>
            </a:r>
          </a:p>
        </p:txBody>
      </p:sp>
      <p:sp>
        <p:nvSpPr>
          <p:cNvPr id="181" name="History_2_Status_5">
            <a:extLst>
              <a:ext uri="{FF2B5EF4-FFF2-40B4-BE49-F238E27FC236}">
                <a16:creationId xmlns:a16="http://schemas.microsoft.com/office/drawing/2014/main" id="{9C3C84AD-9D58-7A8B-AF46-8168DE283749}"/>
              </a:ext>
            </a:extLst>
          </p:cNvPr>
          <p:cNvSpPr/>
          <p:nvPr/>
        </p:nvSpPr>
        <p:spPr>
          <a:xfrm>
            <a:off x="1193800" y="2857500"/>
            <a:ext cx="127000" cy="127000"/>
          </a:xfrm>
          <a:prstGeom prst="roundRect">
            <a:avLst/>
          </a:prstGeom>
          <a:solidFill>
            <a:srgbClr val="EAF8EF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1F9D55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182" name="History_2_Status_6">
            <a:extLst>
              <a:ext uri="{FF2B5EF4-FFF2-40B4-BE49-F238E27FC236}">
                <a16:creationId xmlns:a16="http://schemas.microsoft.com/office/drawing/2014/main" id="{D61B86E4-AF54-1B53-334C-EA369B1F9257}"/>
              </a:ext>
            </a:extLst>
          </p:cNvPr>
          <p:cNvSpPr/>
          <p:nvPr/>
        </p:nvSpPr>
        <p:spPr>
          <a:xfrm>
            <a:off x="1358900" y="2857500"/>
            <a:ext cx="127000" cy="127000"/>
          </a:xfrm>
          <a:prstGeom prst="roundRect">
            <a:avLst/>
          </a:prstGeom>
          <a:solidFill>
            <a:srgbClr val="FBEAEC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E74C5C"/>
                </a:solidFill>
                <a:latin typeface="Arial" panose="020B0604020202020204" pitchFamily="34" charset="0"/>
              </a:rPr>
              <a:t>✕</a:t>
            </a:r>
          </a:p>
        </p:txBody>
      </p:sp>
      <p:sp>
        <p:nvSpPr>
          <p:cNvPr id="183" name="History_2_Status_7">
            <a:extLst>
              <a:ext uri="{FF2B5EF4-FFF2-40B4-BE49-F238E27FC236}">
                <a16:creationId xmlns:a16="http://schemas.microsoft.com/office/drawing/2014/main" id="{58FBCBE5-90B1-E765-AEAA-CBA2CE4C9072}"/>
              </a:ext>
            </a:extLst>
          </p:cNvPr>
          <p:cNvSpPr/>
          <p:nvPr/>
        </p:nvSpPr>
        <p:spPr>
          <a:xfrm>
            <a:off x="1524000" y="2857500"/>
            <a:ext cx="127000" cy="127000"/>
          </a:xfrm>
          <a:prstGeom prst="roundRect">
            <a:avLst/>
          </a:prstGeom>
          <a:solidFill>
            <a:srgbClr val="FBEAEC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E74C5C"/>
                </a:solidFill>
                <a:latin typeface="Arial" panose="020B0604020202020204" pitchFamily="34" charset="0"/>
              </a:rPr>
              <a:t>✕</a:t>
            </a:r>
          </a:p>
        </p:txBody>
      </p:sp>
      <p:sp>
        <p:nvSpPr>
          <p:cNvPr id="184" name="History_Row_3">
            <a:extLst>
              <a:ext uri="{FF2B5EF4-FFF2-40B4-BE49-F238E27FC236}">
                <a16:creationId xmlns:a16="http://schemas.microsoft.com/office/drawing/2014/main" id="{EF4DD148-1EFB-0F0B-6A82-72960774340A}"/>
              </a:ext>
            </a:extLst>
          </p:cNvPr>
          <p:cNvSpPr/>
          <p:nvPr/>
        </p:nvSpPr>
        <p:spPr>
          <a:xfrm>
            <a:off x="203200" y="3162300"/>
            <a:ext cx="1625600" cy="317500"/>
          </a:xfrm>
          <a:prstGeom prst="roundRect">
            <a:avLst/>
          </a:prstGeom>
          <a:solidFill>
            <a:srgbClr val="F3EEF2"/>
          </a:solidFill>
          <a:ln w="9525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85" name="History_Row_3_Avatar">
            <a:extLst>
              <a:ext uri="{FF2B5EF4-FFF2-40B4-BE49-F238E27FC236}">
                <a16:creationId xmlns:a16="http://schemas.microsoft.com/office/drawing/2014/main" id="{48F980BF-498D-A8FE-13D9-28422FBB1AD9}"/>
              </a:ext>
            </a:extLst>
          </p:cNvPr>
          <p:cNvSpPr txBox="1"/>
          <p:nvPr/>
        </p:nvSpPr>
        <p:spPr>
          <a:xfrm>
            <a:off x="228600" y="3200400"/>
            <a:ext cx="2540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050">
                <a:solidFill>
                  <a:srgbClr val="202124"/>
                </a:solidFill>
                <a:latin typeface="Segoe UI Emoji" panose="020B0502040204020203" pitchFamily="34" charset="0"/>
              </a:rPr>
              <a:t>👩🏻‍💼</a:t>
            </a:r>
          </a:p>
        </p:txBody>
      </p:sp>
      <p:sp>
        <p:nvSpPr>
          <p:cNvPr id="186" name="History_3_Status_1">
            <a:extLst>
              <a:ext uri="{FF2B5EF4-FFF2-40B4-BE49-F238E27FC236}">
                <a16:creationId xmlns:a16="http://schemas.microsoft.com/office/drawing/2014/main" id="{CC331C98-0CB1-C5ED-04D3-1600FF3BCFFF}"/>
              </a:ext>
            </a:extLst>
          </p:cNvPr>
          <p:cNvSpPr/>
          <p:nvPr/>
        </p:nvSpPr>
        <p:spPr>
          <a:xfrm>
            <a:off x="533400" y="3251200"/>
            <a:ext cx="127000" cy="127000"/>
          </a:xfrm>
          <a:prstGeom prst="roundRect">
            <a:avLst/>
          </a:prstGeom>
          <a:solidFill>
            <a:srgbClr val="EAF8EF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1F9D55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187" name="History_3_Status_2">
            <a:extLst>
              <a:ext uri="{FF2B5EF4-FFF2-40B4-BE49-F238E27FC236}">
                <a16:creationId xmlns:a16="http://schemas.microsoft.com/office/drawing/2014/main" id="{7BFE9C17-DE09-1438-FB01-5468953C285C}"/>
              </a:ext>
            </a:extLst>
          </p:cNvPr>
          <p:cNvSpPr/>
          <p:nvPr/>
        </p:nvSpPr>
        <p:spPr>
          <a:xfrm>
            <a:off x="698500" y="3251200"/>
            <a:ext cx="127000" cy="127000"/>
          </a:xfrm>
          <a:prstGeom prst="roundRect">
            <a:avLst/>
          </a:prstGeom>
          <a:solidFill>
            <a:srgbClr val="EAF8EF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1F9D55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188" name="History_3_Status_3">
            <a:extLst>
              <a:ext uri="{FF2B5EF4-FFF2-40B4-BE49-F238E27FC236}">
                <a16:creationId xmlns:a16="http://schemas.microsoft.com/office/drawing/2014/main" id="{2C68EB88-84E2-84BD-855E-49E42EA21944}"/>
              </a:ext>
            </a:extLst>
          </p:cNvPr>
          <p:cNvSpPr/>
          <p:nvPr/>
        </p:nvSpPr>
        <p:spPr>
          <a:xfrm>
            <a:off x="863600" y="3251200"/>
            <a:ext cx="127000" cy="127000"/>
          </a:xfrm>
          <a:prstGeom prst="roundRect">
            <a:avLst/>
          </a:prstGeom>
          <a:solidFill>
            <a:srgbClr val="FBEAEC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E74C5C"/>
                </a:solidFill>
                <a:latin typeface="Arial" panose="020B0604020202020204" pitchFamily="34" charset="0"/>
              </a:rPr>
              <a:t>✕</a:t>
            </a:r>
          </a:p>
        </p:txBody>
      </p:sp>
      <p:sp>
        <p:nvSpPr>
          <p:cNvPr id="189" name="History_3_Status_4">
            <a:extLst>
              <a:ext uri="{FF2B5EF4-FFF2-40B4-BE49-F238E27FC236}">
                <a16:creationId xmlns:a16="http://schemas.microsoft.com/office/drawing/2014/main" id="{0FA06863-ECF5-CF7E-6B04-2FFD8D967C6E}"/>
              </a:ext>
            </a:extLst>
          </p:cNvPr>
          <p:cNvSpPr/>
          <p:nvPr/>
        </p:nvSpPr>
        <p:spPr>
          <a:xfrm>
            <a:off x="1028700" y="3251200"/>
            <a:ext cx="127000" cy="127000"/>
          </a:xfrm>
          <a:prstGeom prst="roundRect">
            <a:avLst/>
          </a:prstGeom>
          <a:solidFill>
            <a:srgbClr val="EAF8EF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1F9D55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190" name="History_3_Status_5">
            <a:extLst>
              <a:ext uri="{FF2B5EF4-FFF2-40B4-BE49-F238E27FC236}">
                <a16:creationId xmlns:a16="http://schemas.microsoft.com/office/drawing/2014/main" id="{404B8A30-514E-8765-F73D-C152B6F932DF}"/>
              </a:ext>
            </a:extLst>
          </p:cNvPr>
          <p:cNvSpPr/>
          <p:nvPr/>
        </p:nvSpPr>
        <p:spPr>
          <a:xfrm>
            <a:off x="1193800" y="3251200"/>
            <a:ext cx="127000" cy="127000"/>
          </a:xfrm>
          <a:prstGeom prst="roundRect">
            <a:avLst/>
          </a:prstGeom>
          <a:solidFill>
            <a:srgbClr val="EAF8EF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1F9D55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191" name="History_3_Status_6">
            <a:extLst>
              <a:ext uri="{FF2B5EF4-FFF2-40B4-BE49-F238E27FC236}">
                <a16:creationId xmlns:a16="http://schemas.microsoft.com/office/drawing/2014/main" id="{33A45CFD-FD68-ECD5-F09D-A83A55B9B57D}"/>
              </a:ext>
            </a:extLst>
          </p:cNvPr>
          <p:cNvSpPr/>
          <p:nvPr/>
        </p:nvSpPr>
        <p:spPr>
          <a:xfrm>
            <a:off x="1358900" y="3251200"/>
            <a:ext cx="127000" cy="127000"/>
          </a:xfrm>
          <a:prstGeom prst="roundRect">
            <a:avLst/>
          </a:prstGeom>
          <a:solidFill>
            <a:srgbClr val="EAF8EF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1F9D55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192" name="History_3_Status_7">
            <a:extLst>
              <a:ext uri="{FF2B5EF4-FFF2-40B4-BE49-F238E27FC236}">
                <a16:creationId xmlns:a16="http://schemas.microsoft.com/office/drawing/2014/main" id="{80147EB5-A06D-7BCF-46A8-C01386A8DA1F}"/>
              </a:ext>
            </a:extLst>
          </p:cNvPr>
          <p:cNvSpPr/>
          <p:nvPr/>
        </p:nvSpPr>
        <p:spPr>
          <a:xfrm>
            <a:off x="1524000" y="3251200"/>
            <a:ext cx="127000" cy="127000"/>
          </a:xfrm>
          <a:prstGeom prst="roundRect">
            <a:avLst/>
          </a:prstGeom>
          <a:solidFill>
            <a:srgbClr val="EAF8EF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1F9D55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193" name="History_Row_4">
            <a:extLst>
              <a:ext uri="{FF2B5EF4-FFF2-40B4-BE49-F238E27FC236}">
                <a16:creationId xmlns:a16="http://schemas.microsoft.com/office/drawing/2014/main" id="{59CD1C91-02F0-FABD-F91A-28B5B24731F9}"/>
              </a:ext>
            </a:extLst>
          </p:cNvPr>
          <p:cNvSpPr/>
          <p:nvPr/>
        </p:nvSpPr>
        <p:spPr>
          <a:xfrm>
            <a:off x="203200" y="3556000"/>
            <a:ext cx="1625600" cy="317500"/>
          </a:xfrm>
          <a:prstGeom prst="roundRect">
            <a:avLst/>
          </a:prstGeom>
          <a:solidFill>
            <a:srgbClr val="F3EEF2"/>
          </a:solidFill>
          <a:ln w="9525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194" name="History_Row_4_Avatar">
            <a:extLst>
              <a:ext uri="{FF2B5EF4-FFF2-40B4-BE49-F238E27FC236}">
                <a16:creationId xmlns:a16="http://schemas.microsoft.com/office/drawing/2014/main" id="{E536DCC7-EFE2-6740-13C7-68E7CE513173}"/>
              </a:ext>
            </a:extLst>
          </p:cNvPr>
          <p:cNvSpPr txBox="1"/>
          <p:nvPr/>
        </p:nvSpPr>
        <p:spPr>
          <a:xfrm>
            <a:off x="228600" y="3594100"/>
            <a:ext cx="2540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050">
                <a:solidFill>
                  <a:srgbClr val="202124"/>
                </a:solidFill>
                <a:latin typeface="Segoe UI Emoji" panose="020B0502040204020203" pitchFamily="34" charset="0"/>
              </a:rPr>
              <a:t>👩🏻‍🦰</a:t>
            </a:r>
          </a:p>
        </p:txBody>
      </p:sp>
      <p:sp>
        <p:nvSpPr>
          <p:cNvPr id="195" name="History_4_Status_1">
            <a:extLst>
              <a:ext uri="{FF2B5EF4-FFF2-40B4-BE49-F238E27FC236}">
                <a16:creationId xmlns:a16="http://schemas.microsoft.com/office/drawing/2014/main" id="{59B72E93-98BE-77E2-50A9-42D35456BA7C}"/>
              </a:ext>
            </a:extLst>
          </p:cNvPr>
          <p:cNvSpPr/>
          <p:nvPr/>
        </p:nvSpPr>
        <p:spPr>
          <a:xfrm>
            <a:off x="533400" y="3644900"/>
            <a:ext cx="127000" cy="127000"/>
          </a:xfrm>
          <a:prstGeom prst="roundRect">
            <a:avLst/>
          </a:prstGeom>
          <a:solidFill>
            <a:srgbClr val="EAF8EF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1F9D55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196" name="History_4_Status_2">
            <a:extLst>
              <a:ext uri="{FF2B5EF4-FFF2-40B4-BE49-F238E27FC236}">
                <a16:creationId xmlns:a16="http://schemas.microsoft.com/office/drawing/2014/main" id="{985E0CA4-21AD-4D19-53B5-BE3017C75EAC}"/>
              </a:ext>
            </a:extLst>
          </p:cNvPr>
          <p:cNvSpPr/>
          <p:nvPr/>
        </p:nvSpPr>
        <p:spPr>
          <a:xfrm>
            <a:off x="698500" y="3644900"/>
            <a:ext cx="127000" cy="127000"/>
          </a:xfrm>
          <a:prstGeom prst="roundRect">
            <a:avLst/>
          </a:prstGeom>
          <a:solidFill>
            <a:srgbClr val="FBEAEC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E74C5C"/>
                </a:solidFill>
                <a:latin typeface="Arial" panose="020B0604020202020204" pitchFamily="34" charset="0"/>
              </a:rPr>
              <a:t>✕</a:t>
            </a:r>
          </a:p>
        </p:txBody>
      </p:sp>
      <p:sp>
        <p:nvSpPr>
          <p:cNvPr id="197" name="History_4_Status_3">
            <a:extLst>
              <a:ext uri="{FF2B5EF4-FFF2-40B4-BE49-F238E27FC236}">
                <a16:creationId xmlns:a16="http://schemas.microsoft.com/office/drawing/2014/main" id="{32594F15-4A28-BA68-A8C8-E4D087B42EF6}"/>
              </a:ext>
            </a:extLst>
          </p:cNvPr>
          <p:cNvSpPr/>
          <p:nvPr/>
        </p:nvSpPr>
        <p:spPr>
          <a:xfrm>
            <a:off x="863600" y="3644900"/>
            <a:ext cx="127000" cy="127000"/>
          </a:xfrm>
          <a:prstGeom prst="roundRect">
            <a:avLst/>
          </a:prstGeom>
          <a:solidFill>
            <a:srgbClr val="FBEAEC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E74C5C"/>
                </a:solidFill>
                <a:latin typeface="Arial" panose="020B0604020202020204" pitchFamily="34" charset="0"/>
              </a:rPr>
              <a:t>✕</a:t>
            </a:r>
          </a:p>
        </p:txBody>
      </p:sp>
      <p:sp>
        <p:nvSpPr>
          <p:cNvPr id="198" name="History_4_Status_4">
            <a:extLst>
              <a:ext uri="{FF2B5EF4-FFF2-40B4-BE49-F238E27FC236}">
                <a16:creationId xmlns:a16="http://schemas.microsoft.com/office/drawing/2014/main" id="{FA58E642-986D-65DD-3572-1A3E986E223D}"/>
              </a:ext>
            </a:extLst>
          </p:cNvPr>
          <p:cNvSpPr/>
          <p:nvPr/>
        </p:nvSpPr>
        <p:spPr>
          <a:xfrm>
            <a:off x="1028700" y="3644900"/>
            <a:ext cx="127000" cy="127000"/>
          </a:xfrm>
          <a:prstGeom prst="roundRect">
            <a:avLst/>
          </a:prstGeom>
          <a:solidFill>
            <a:srgbClr val="EAF8EF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1F9D55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199" name="History_4_Status_5">
            <a:extLst>
              <a:ext uri="{FF2B5EF4-FFF2-40B4-BE49-F238E27FC236}">
                <a16:creationId xmlns:a16="http://schemas.microsoft.com/office/drawing/2014/main" id="{F41F7DC2-9551-C198-908D-0717E8FBE55A}"/>
              </a:ext>
            </a:extLst>
          </p:cNvPr>
          <p:cNvSpPr/>
          <p:nvPr/>
        </p:nvSpPr>
        <p:spPr>
          <a:xfrm>
            <a:off x="1193800" y="3644900"/>
            <a:ext cx="127000" cy="127000"/>
          </a:xfrm>
          <a:prstGeom prst="roundRect">
            <a:avLst/>
          </a:prstGeom>
          <a:solidFill>
            <a:srgbClr val="FBEAEC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E74C5C"/>
                </a:solidFill>
                <a:latin typeface="Arial" panose="020B0604020202020204" pitchFamily="34" charset="0"/>
              </a:rPr>
              <a:t>✕</a:t>
            </a:r>
          </a:p>
        </p:txBody>
      </p:sp>
      <p:sp>
        <p:nvSpPr>
          <p:cNvPr id="200" name="History_4_Status_6">
            <a:extLst>
              <a:ext uri="{FF2B5EF4-FFF2-40B4-BE49-F238E27FC236}">
                <a16:creationId xmlns:a16="http://schemas.microsoft.com/office/drawing/2014/main" id="{ECDAF0A2-B745-EA47-2B8A-288D6DF3FAB8}"/>
              </a:ext>
            </a:extLst>
          </p:cNvPr>
          <p:cNvSpPr/>
          <p:nvPr/>
        </p:nvSpPr>
        <p:spPr>
          <a:xfrm>
            <a:off x="1358900" y="3644900"/>
            <a:ext cx="127000" cy="127000"/>
          </a:xfrm>
          <a:prstGeom prst="roundRect">
            <a:avLst/>
          </a:prstGeom>
          <a:solidFill>
            <a:srgbClr val="EAF8EF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1F9D55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201" name="History_4_Status_7">
            <a:extLst>
              <a:ext uri="{FF2B5EF4-FFF2-40B4-BE49-F238E27FC236}">
                <a16:creationId xmlns:a16="http://schemas.microsoft.com/office/drawing/2014/main" id="{EBB5A8E8-7AB0-3330-70A5-A0C1A2F954C3}"/>
              </a:ext>
            </a:extLst>
          </p:cNvPr>
          <p:cNvSpPr/>
          <p:nvPr/>
        </p:nvSpPr>
        <p:spPr>
          <a:xfrm>
            <a:off x="1524000" y="3644900"/>
            <a:ext cx="127000" cy="127000"/>
          </a:xfrm>
          <a:prstGeom prst="roundRect">
            <a:avLst/>
          </a:prstGeom>
          <a:solidFill>
            <a:srgbClr val="FBEAEC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40" b="1">
                <a:solidFill>
                  <a:srgbClr val="E74C5C"/>
                </a:solidFill>
                <a:latin typeface="Arial" panose="020B0604020202020204" pitchFamily="34" charset="0"/>
              </a:rPr>
              <a:t>✕</a:t>
            </a:r>
          </a:p>
        </p:txBody>
      </p:sp>
      <p:cxnSp>
        <p:nvCxnSpPr>
          <p:cNvPr id="202" name="Peer_Support_Vertical">
            <a:extLst>
              <a:ext uri="{FF2B5EF4-FFF2-40B4-BE49-F238E27FC236}">
                <a16:creationId xmlns:a16="http://schemas.microsoft.com/office/drawing/2014/main" id="{1ABB9D2F-57D3-1837-DABF-5F2E446914BF}"/>
              </a:ext>
            </a:extLst>
          </p:cNvPr>
          <p:cNvCxnSpPr/>
          <p:nvPr/>
        </p:nvCxnSpPr>
        <p:spPr>
          <a:xfrm>
            <a:off x="3079750" y="2546350"/>
            <a:ext cx="0" cy="812800"/>
          </a:xfrm>
          <a:prstGeom prst="straightConnector1">
            <a:avLst/>
          </a:prstGeom>
          <a:ln w="11430">
            <a:solidFill>
              <a:srgbClr val="16879A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Peer_Support_Horizontal">
            <a:extLst>
              <a:ext uri="{FF2B5EF4-FFF2-40B4-BE49-F238E27FC236}">
                <a16:creationId xmlns:a16="http://schemas.microsoft.com/office/drawing/2014/main" id="{D168CCC4-790E-25ED-6724-86757504272C}"/>
              </a:ext>
            </a:extLst>
          </p:cNvPr>
          <p:cNvCxnSpPr/>
          <p:nvPr/>
        </p:nvCxnSpPr>
        <p:spPr>
          <a:xfrm>
            <a:off x="2533650" y="2965450"/>
            <a:ext cx="1066800" cy="0"/>
          </a:xfrm>
          <a:prstGeom prst="straightConnector1">
            <a:avLst/>
          </a:prstGeom>
          <a:ln w="11430">
            <a:solidFill>
              <a:srgbClr val="16879A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Peer_Oppose_TopLeft">
            <a:extLst>
              <a:ext uri="{FF2B5EF4-FFF2-40B4-BE49-F238E27FC236}">
                <a16:creationId xmlns:a16="http://schemas.microsoft.com/office/drawing/2014/main" id="{B96FCD9E-EF89-A27D-1EE1-1561978190C9}"/>
              </a:ext>
            </a:extLst>
          </p:cNvPr>
          <p:cNvCxnSpPr/>
          <p:nvPr/>
        </p:nvCxnSpPr>
        <p:spPr>
          <a:xfrm flipH="1">
            <a:off x="2533650" y="2546350"/>
            <a:ext cx="546100" cy="419100"/>
          </a:xfrm>
          <a:prstGeom prst="straightConnector1">
            <a:avLst/>
          </a:prstGeom>
          <a:ln w="10160">
            <a:solidFill>
              <a:srgbClr val="A94B3C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Peer_Oppose_TopRight">
            <a:extLst>
              <a:ext uri="{FF2B5EF4-FFF2-40B4-BE49-F238E27FC236}">
                <a16:creationId xmlns:a16="http://schemas.microsoft.com/office/drawing/2014/main" id="{8D382752-7C70-3AC4-09D3-D766F40B07E1}"/>
              </a:ext>
            </a:extLst>
          </p:cNvPr>
          <p:cNvCxnSpPr/>
          <p:nvPr/>
        </p:nvCxnSpPr>
        <p:spPr>
          <a:xfrm>
            <a:off x="3079750" y="2546350"/>
            <a:ext cx="520700" cy="419100"/>
          </a:xfrm>
          <a:prstGeom prst="straightConnector1">
            <a:avLst/>
          </a:prstGeom>
          <a:ln w="10160">
            <a:solidFill>
              <a:srgbClr val="A94B3C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Peer_Oppose_BottomLeft">
            <a:extLst>
              <a:ext uri="{FF2B5EF4-FFF2-40B4-BE49-F238E27FC236}">
                <a16:creationId xmlns:a16="http://schemas.microsoft.com/office/drawing/2014/main" id="{E9D729C1-DBEE-B600-547D-62FFCEC8E524}"/>
              </a:ext>
            </a:extLst>
          </p:cNvPr>
          <p:cNvCxnSpPr/>
          <p:nvPr/>
        </p:nvCxnSpPr>
        <p:spPr>
          <a:xfrm>
            <a:off x="2533650" y="2965450"/>
            <a:ext cx="546100" cy="393700"/>
          </a:xfrm>
          <a:prstGeom prst="straightConnector1">
            <a:avLst/>
          </a:prstGeom>
          <a:ln w="10160">
            <a:solidFill>
              <a:srgbClr val="A94B3C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Peer_Oppose_BottomRight">
            <a:extLst>
              <a:ext uri="{FF2B5EF4-FFF2-40B4-BE49-F238E27FC236}">
                <a16:creationId xmlns:a16="http://schemas.microsoft.com/office/drawing/2014/main" id="{339E2398-0579-0FC3-E5DA-C67C6EB1126A}"/>
              </a:ext>
            </a:extLst>
          </p:cNvPr>
          <p:cNvCxnSpPr/>
          <p:nvPr/>
        </p:nvCxnSpPr>
        <p:spPr>
          <a:xfrm flipH="1">
            <a:off x="3079750" y="2965450"/>
            <a:ext cx="520700" cy="393700"/>
          </a:xfrm>
          <a:prstGeom prst="straightConnector1">
            <a:avLst/>
          </a:prstGeom>
          <a:ln w="10160">
            <a:solidFill>
              <a:srgbClr val="A94B3C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Peer_Node_Top">
            <a:extLst>
              <a:ext uri="{FF2B5EF4-FFF2-40B4-BE49-F238E27FC236}">
                <a16:creationId xmlns:a16="http://schemas.microsoft.com/office/drawing/2014/main" id="{E27B9196-5999-7CAF-CCAA-95D1BD8E8CDC}"/>
              </a:ext>
            </a:extLst>
          </p:cNvPr>
          <p:cNvSpPr/>
          <p:nvPr/>
        </p:nvSpPr>
        <p:spPr>
          <a:xfrm>
            <a:off x="2908300" y="2374900"/>
            <a:ext cx="342900" cy="3429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202124"/>
                </a:solidFill>
                <a:latin typeface="Segoe UI Emoji" panose="020B0502040204020203" pitchFamily="34" charset="0"/>
              </a:rPr>
              <a:t>👨🏻‍🦳</a:t>
            </a:r>
          </a:p>
        </p:txBody>
      </p:sp>
      <p:sp>
        <p:nvSpPr>
          <p:cNvPr id="209" name="Peer_Node_Left">
            <a:extLst>
              <a:ext uri="{FF2B5EF4-FFF2-40B4-BE49-F238E27FC236}">
                <a16:creationId xmlns:a16="http://schemas.microsoft.com/office/drawing/2014/main" id="{969A6C63-F9C9-60BD-C51F-BAF92FB905E4}"/>
              </a:ext>
            </a:extLst>
          </p:cNvPr>
          <p:cNvSpPr/>
          <p:nvPr/>
        </p:nvSpPr>
        <p:spPr>
          <a:xfrm>
            <a:off x="2362200" y="2794000"/>
            <a:ext cx="342900" cy="3429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202124"/>
                </a:solidFill>
                <a:latin typeface="Segoe UI Emoji" panose="020B0502040204020203" pitchFamily="34" charset="0"/>
              </a:rPr>
              <a:t>👨🏻‍🔧</a:t>
            </a:r>
          </a:p>
        </p:txBody>
      </p:sp>
      <p:sp>
        <p:nvSpPr>
          <p:cNvPr id="210" name="Peer_Node_Right">
            <a:extLst>
              <a:ext uri="{FF2B5EF4-FFF2-40B4-BE49-F238E27FC236}">
                <a16:creationId xmlns:a16="http://schemas.microsoft.com/office/drawing/2014/main" id="{11B2578E-4531-6D59-6BCD-39205D824625}"/>
              </a:ext>
            </a:extLst>
          </p:cNvPr>
          <p:cNvSpPr/>
          <p:nvPr/>
        </p:nvSpPr>
        <p:spPr>
          <a:xfrm>
            <a:off x="3429000" y="2794000"/>
            <a:ext cx="342900" cy="3429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202124"/>
                </a:solidFill>
                <a:latin typeface="Segoe UI Emoji" panose="020B0502040204020203" pitchFamily="34" charset="0"/>
              </a:rPr>
              <a:t>👩🏻‍🦰</a:t>
            </a:r>
          </a:p>
        </p:txBody>
      </p:sp>
      <p:sp>
        <p:nvSpPr>
          <p:cNvPr id="211" name="Peer_Node_Bottom">
            <a:extLst>
              <a:ext uri="{FF2B5EF4-FFF2-40B4-BE49-F238E27FC236}">
                <a16:creationId xmlns:a16="http://schemas.microsoft.com/office/drawing/2014/main" id="{FA5D83F2-A62F-1CC0-4509-3DD2B8A4D9E1}"/>
              </a:ext>
            </a:extLst>
          </p:cNvPr>
          <p:cNvSpPr/>
          <p:nvPr/>
        </p:nvSpPr>
        <p:spPr>
          <a:xfrm>
            <a:off x="2908300" y="3187700"/>
            <a:ext cx="342900" cy="3429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202124"/>
                </a:solidFill>
                <a:latin typeface="Segoe UI Emoji" panose="020B0502040204020203" pitchFamily="34" charset="0"/>
              </a:rPr>
              <a:t>👩🏻‍💼</a:t>
            </a:r>
          </a:p>
        </p:txBody>
      </p:sp>
      <p:sp>
        <p:nvSpPr>
          <p:cNvPr id="213" name="Peer_Legend_Support_Text">
            <a:extLst>
              <a:ext uri="{FF2B5EF4-FFF2-40B4-BE49-F238E27FC236}">
                <a16:creationId xmlns:a16="http://schemas.microsoft.com/office/drawing/2014/main" id="{4F109094-51E9-5660-BB5A-FA68C504D97D}"/>
              </a:ext>
            </a:extLst>
          </p:cNvPr>
          <p:cNvSpPr txBox="1"/>
          <p:nvPr/>
        </p:nvSpPr>
        <p:spPr>
          <a:xfrm>
            <a:off x="2819400" y="3644900"/>
            <a:ext cx="990600" cy="1800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570" b="1">
                <a:solidFill>
                  <a:srgbClr val="111111"/>
                </a:solidFill>
                <a:latin typeface="Comic Sans MS" panose="030F0702030302020204" pitchFamily="66" charset="0"/>
              </a:rPr>
              <a:t>Support each other</a:t>
            </a:r>
            <a:endParaRPr lang="zh-CN" altLang="en-US" sz="570" b="1">
              <a:solidFill>
                <a:srgbClr val="111111"/>
              </a:solidFill>
              <a:latin typeface="Comic Sans MS" panose="030F0702030302020204" pitchFamily="66" charset="0"/>
            </a:endParaRPr>
          </a:p>
        </p:txBody>
      </p:sp>
      <p:sp>
        <p:nvSpPr>
          <p:cNvPr id="215" name="Peer_Legend_Oppose_Text">
            <a:extLst>
              <a:ext uri="{FF2B5EF4-FFF2-40B4-BE49-F238E27FC236}">
                <a16:creationId xmlns:a16="http://schemas.microsoft.com/office/drawing/2014/main" id="{E2BCB557-791B-97C9-61F3-D535C6CB334D}"/>
              </a:ext>
            </a:extLst>
          </p:cNvPr>
          <p:cNvSpPr txBox="1"/>
          <p:nvPr/>
        </p:nvSpPr>
        <p:spPr>
          <a:xfrm>
            <a:off x="2819400" y="3810000"/>
            <a:ext cx="990600" cy="1800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570" b="1">
                <a:solidFill>
                  <a:srgbClr val="111111"/>
                </a:solidFill>
                <a:latin typeface="Comic Sans MS" panose="030F0702030302020204" pitchFamily="66" charset="0"/>
              </a:rPr>
              <a:t>Oppose each other</a:t>
            </a:r>
            <a:endParaRPr lang="zh-CN" altLang="en-US" sz="570" b="1">
              <a:solidFill>
                <a:srgbClr val="111111"/>
              </a:solidFill>
              <a:latin typeface="Comic Sans MS" panose="030F0702030302020204" pitchFamily="66" charset="0"/>
            </a:endParaRPr>
          </a:p>
        </p:txBody>
      </p:sp>
      <p:sp>
        <p:nvSpPr>
          <p:cNvPr id="216" name="Chart_Panel">
            <a:extLst>
              <a:ext uri="{FF2B5EF4-FFF2-40B4-BE49-F238E27FC236}">
                <a16:creationId xmlns:a16="http://schemas.microsoft.com/office/drawing/2014/main" id="{C4B43EB8-C987-8B1A-3A40-97828A9EFD00}"/>
              </a:ext>
            </a:extLst>
          </p:cNvPr>
          <p:cNvSpPr/>
          <p:nvPr/>
        </p:nvSpPr>
        <p:spPr>
          <a:xfrm>
            <a:off x="4140200" y="2006600"/>
            <a:ext cx="2400300" cy="2120900"/>
          </a:xfrm>
          <a:prstGeom prst="roundRect">
            <a:avLst/>
          </a:prstGeom>
          <a:solidFill>
            <a:srgbClr val="FBFBF9"/>
          </a:solidFill>
          <a:ln w="10795">
            <a:solidFill>
              <a:srgbClr val="B5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217" name="Legend_Base_Swatch">
            <a:extLst>
              <a:ext uri="{FF2B5EF4-FFF2-40B4-BE49-F238E27FC236}">
                <a16:creationId xmlns:a16="http://schemas.microsoft.com/office/drawing/2014/main" id="{D647F949-5E3E-292D-681F-A95469D78A25}"/>
              </a:ext>
            </a:extLst>
          </p:cNvPr>
          <p:cNvSpPr/>
          <p:nvPr/>
        </p:nvSpPr>
        <p:spPr>
          <a:xfrm>
            <a:off x="4584700" y="2108200"/>
            <a:ext cx="228600" cy="114300"/>
          </a:xfrm>
          <a:prstGeom prst="rect">
            <a:avLst/>
          </a:prstGeom>
          <a:solidFill>
            <a:srgbClr val="F0F0F0"/>
          </a:solidFill>
          <a:ln w="6350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218" name="Legend_Base_Text">
            <a:extLst>
              <a:ext uri="{FF2B5EF4-FFF2-40B4-BE49-F238E27FC236}">
                <a16:creationId xmlns:a16="http://schemas.microsoft.com/office/drawing/2014/main" id="{26C10A98-6600-544A-6852-AEB9A78F23BF}"/>
              </a:ext>
            </a:extLst>
          </p:cNvPr>
          <p:cNvSpPr txBox="1"/>
          <p:nvPr/>
        </p:nvSpPr>
        <p:spPr>
          <a:xfrm>
            <a:off x="4851400" y="2082800"/>
            <a:ext cx="622300" cy="17697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550" b="1">
                <a:solidFill>
                  <a:srgbClr val="111111"/>
                </a:solidFill>
                <a:latin typeface="Comic Sans MS" panose="030F0702030302020204" pitchFamily="66" charset="0"/>
              </a:rPr>
              <a:t>Base Model</a:t>
            </a:r>
            <a:endParaRPr lang="zh-CN" altLang="en-US" sz="550" b="1">
              <a:solidFill>
                <a:srgbClr val="111111"/>
              </a:solidFill>
              <a:latin typeface="Comic Sans MS" panose="030F0702030302020204" pitchFamily="66" charset="0"/>
            </a:endParaRPr>
          </a:p>
        </p:txBody>
      </p:sp>
      <p:sp>
        <p:nvSpPr>
          <p:cNvPr id="219" name="Legend_Memory_Swatch">
            <a:extLst>
              <a:ext uri="{FF2B5EF4-FFF2-40B4-BE49-F238E27FC236}">
                <a16:creationId xmlns:a16="http://schemas.microsoft.com/office/drawing/2014/main" id="{ABFDF08E-A847-9912-881E-7E178BCBA3B2}"/>
              </a:ext>
            </a:extLst>
          </p:cNvPr>
          <p:cNvSpPr/>
          <p:nvPr/>
        </p:nvSpPr>
        <p:spPr>
          <a:xfrm>
            <a:off x="5537200" y="2108200"/>
            <a:ext cx="254000" cy="114300"/>
          </a:xfrm>
          <a:prstGeom prst="rect">
            <a:avLst/>
          </a:prstGeom>
          <a:solidFill>
            <a:srgbClr val="F4DDA4"/>
          </a:solidFill>
          <a:ln w="6350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220" name="Legend_Memory_Text">
            <a:extLst>
              <a:ext uri="{FF2B5EF4-FFF2-40B4-BE49-F238E27FC236}">
                <a16:creationId xmlns:a16="http://schemas.microsoft.com/office/drawing/2014/main" id="{FA3AD8EE-D4D4-05F0-1645-D77D66BE0A7E}"/>
              </a:ext>
            </a:extLst>
          </p:cNvPr>
          <p:cNvSpPr txBox="1"/>
          <p:nvPr/>
        </p:nvSpPr>
        <p:spPr>
          <a:xfrm>
            <a:off x="5803900" y="2082800"/>
            <a:ext cx="698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480" b="1">
                <a:solidFill>
                  <a:srgbClr val="111111"/>
                </a:solidFill>
                <a:latin typeface="Comic Sans MS" panose="030F0702030302020204" pitchFamily="66" charset="0"/>
              </a:rPr>
              <a:t>Model w/∑ Memory</a:t>
            </a:r>
            <a:endParaRPr lang="zh-CN" altLang="en-US" sz="480" b="1">
              <a:solidFill>
                <a:srgbClr val="111111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221" name="Chart_Y_Axis">
            <a:extLst>
              <a:ext uri="{FF2B5EF4-FFF2-40B4-BE49-F238E27FC236}">
                <a16:creationId xmlns:a16="http://schemas.microsoft.com/office/drawing/2014/main" id="{62F01F7F-AADF-E3AD-9418-D94BF6D38303}"/>
              </a:ext>
            </a:extLst>
          </p:cNvPr>
          <p:cNvCxnSpPr/>
          <p:nvPr/>
        </p:nvCxnSpPr>
        <p:spPr>
          <a:xfrm>
            <a:off x="4394200" y="2324100"/>
            <a:ext cx="0" cy="889000"/>
          </a:xfrm>
          <a:prstGeom prst="straightConnector1">
            <a:avLst/>
          </a:prstGeom>
          <a:ln w="9525">
            <a:solidFill>
              <a:srgbClr val="55555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hart_X_Axis">
            <a:extLst>
              <a:ext uri="{FF2B5EF4-FFF2-40B4-BE49-F238E27FC236}">
                <a16:creationId xmlns:a16="http://schemas.microsoft.com/office/drawing/2014/main" id="{0F8D6F9F-17E1-FA3A-9FD7-1FF7E46C3012}"/>
              </a:ext>
            </a:extLst>
          </p:cNvPr>
          <p:cNvCxnSpPr/>
          <p:nvPr/>
        </p:nvCxnSpPr>
        <p:spPr>
          <a:xfrm>
            <a:off x="4394200" y="3213100"/>
            <a:ext cx="2044700" cy="0"/>
          </a:xfrm>
          <a:prstGeom prst="straightConnector1">
            <a:avLst/>
          </a:prstGeom>
          <a:ln w="9525">
            <a:solidFill>
              <a:srgbClr val="55555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Chart_Y_100">
            <a:extLst>
              <a:ext uri="{FF2B5EF4-FFF2-40B4-BE49-F238E27FC236}">
                <a16:creationId xmlns:a16="http://schemas.microsoft.com/office/drawing/2014/main" id="{406CBFD5-713A-A987-035B-09D44559C129}"/>
              </a:ext>
            </a:extLst>
          </p:cNvPr>
          <p:cNvSpPr txBox="1"/>
          <p:nvPr/>
        </p:nvSpPr>
        <p:spPr>
          <a:xfrm>
            <a:off x="4178300" y="2286000"/>
            <a:ext cx="177800" cy="101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400">
                <a:solidFill>
                  <a:srgbClr val="111111"/>
                </a:solidFill>
                <a:latin typeface="Arial" panose="020B0604020202020204" pitchFamily="34" charset="0"/>
              </a:rPr>
              <a:t>100</a:t>
            </a:r>
            <a:endParaRPr lang="zh-CN" altLang="en-US" sz="400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224" name="Chart_Y_75">
            <a:extLst>
              <a:ext uri="{FF2B5EF4-FFF2-40B4-BE49-F238E27FC236}">
                <a16:creationId xmlns:a16="http://schemas.microsoft.com/office/drawing/2014/main" id="{B8E4135D-9D2E-C28E-E7F8-AADAD38E29F4}"/>
              </a:ext>
            </a:extLst>
          </p:cNvPr>
          <p:cNvSpPr txBox="1"/>
          <p:nvPr/>
        </p:nvSpPr>
        <p:spPr>
          <a:xfrm>
            <a:off x="4178300" y="2508250"/>
            <a:ext cx="177800" cy="101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400">
                <a:solidFill>
                  <a:srgbClr val="111111"/>
                </a:solidFill>
                <a:latin typeface="Arial" panose="020B0604020202020204" pitchFamily="34" charset="0"/>
              </a:rPr>
              <a:t>75</a:t>
            </a:r>
            <a:endParaRPr lang="zh-CN" altLang="en-US" sz="400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225" name="Chart_Y_50">
            <a:extLst>
              <a:ext uri="{FF2B5EF4-FFF2-40B4-BE49-F238E27FC236}">
                <a16:creationId xmlns:a16="http://schemas.microsoft.com/office/drawing/2014/main" id="{8855426A-AFB5-A416-A035-A7661CC8A15E}"/>
              </a:ext>
            </a:extLst>
          </p:cNvPr>
          <p:cNvSpPr txBox="1"/>
          <p:nvPr/>
        </p:nvSpPr>
        <p:spPr>
          <a:xfrm>
            <a:off x="4178300" y="2730500"/>
            <a:ext cx="177800" cy="101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400">
                <a:solidFill>
                  <a:srgbClr val="111111"/>
                </a:solidFill>
                <a:latin typeface="Arial" panose="020B0604020202020204" pitchFamily="34" charset="0"/>
              </a:rPr>
              <a:t>50</a:t>
            </a:r>
            <a:endParaRPr lang="zh-CN" altLang="en-US" sz="400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226" name="Chart_Y_25">
            <a:extLst>
              <a:ext uri="{FF2B5EF4-FFF2-40B4-BE49-F238E27FC236}">
                <a16:creationId xmlns:a16="http://schemas.microsoft.com/office/drawing/2014/main" id="{F3F934B4-EA05-7511-34A2-A4D66E62AB29}"/>
              </a:ext>
            </a:extLst>
          </p:cNvPr>
          <p:cNvSpPr txBox="1"/>
          <p:nvPr/>
        </p:nvSpPr>
        <p:spPr>
          <a:xfrm>
            <a:off x="4178300" y="2952750"/>
            <a:ext cx="177800" cy="101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400">
                <a:solidFill>
                  <a:srgbClr val="111111"/>
                </a:solidFill>
                <a:latin typeface="Arial" panose="020B0604020202020204" pitchFamily="34" charset="0"/>
              </a:rPr>
              <a:t>25</a:t>
            </a:r>
            <a:endParaRPr lang="zh-CN" altLang="en-US" sz="400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227" name="Chart_Y_0">
            <a:extLst>
              <a:ext uri="{FF2B5EF4-FFF2-40B4-BE49-F238E27FC236}">
                <a16:creationId xmlns:a16="http://schemas.microsoft.com/office/drawing/2014/main" id="{38B963EC-1C89-6F9D-C84B-E7980A29F4A5}"/>
              </a:ext>
            </a:extLst>
          </p:cNvPr>
          <p:cNvSpPr txBox="1"/>
          <p:nvPr/>
        </p:nvSpPr>
        <p:spPr>
          <a:xfrm>
            <a:off x="4178300" y="3162300"/>
            <a:ext cx="177800" cy="101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400">
                <a:solidFill>
                  <a:srgbClr val="111111"/>
                </a:solidFill>
                <a:latin typeface="Arial" panose="020B0604020202020204" pitchFamily="34" charset="0"/>
              </a:rPr>
              <a:t>0</a:t>
            </a:r>
            <a:endParaRPr lang="zh-CN" altLang="en-US" sz="400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228" name="Bar_Qwen3_06_Base">
            <a:extLst>
              <a:ext uri="{FF2B5EF4-FFF2-40B4-BE49-F238E27FC236}">
                <a16:creationId xmlns:a16="http://schemas.microsoft.com/office/drawing/2014/main" id="{11EA14DD-1C76-86ED-F6AB-44AAE8A5F104}"/>
              </a:ext>
            </a:extLst>
          </p:cNvPr>
          <p:cNvSpPr/>
          <p:nvPr/>
        </p:nvSpPr>
        <p:spPr>
          <a:xfrm>
            <a:off x="4521200" y="2857500"/>
            <a:ext cx="101600" cy="355600"/>
          </a:xfrm>
          <a:prstGeom prst="rect">
            <a:avLst/>
          </a:prstGeom>
          <a:solidFill>
            <a:srgbClr val="F0F0F0"/>
          </a:solidFill>
          <a:ln w="5715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229" name="Bar_Qwen3_06_Memory">
            <a:extLst>
              <a:ext uri="{FF2B5EF4-FFF2-40B4-BE49-F238E27FC236}">
                <a16:creationId xmlns:a16="http://schemas.microsoft.com/office/drawing/2014/main" id="{6663999D-A926-8F78-17E3-A610A742520D}"/>
              </a:ext>
            </a:extLst>
          </p:cNvPr>
          <p:cNvSpPr/>
          <p:nvPr/>
        </p:nvSpPr>
        <p:spPr>
          <a:xfrm>
            <a:off x="4648200" y="2400300"/>
            <a:ext cx="101600" cy="812800"/>
          </a:xfrm>
          <a:prstGeom prst="rect">
            <a:avLst/>
          </a:prstGeom>
          <a:solidFill>
            <a:srgbClr val="F4DDA4"/>
          </a:solidFill>
          <a:ln w="5715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230" name="Bar_Qwen3_4_Base">
            <a:extLst>
              <a:ext uri="{FF2B5EF4-FFF2-40B4-BE49-F238E27FC236}">
                <a16:creationId xmlns:a16="http://schemas.microsoft.com/office/drawing/2014/main" id="{7F15B5B2-9BDB-5520-DD62-5C5A2260734C}"/>
              </a:ext>
            </a:extLst>
          </p:cNvPr>
          <p:cNvSpPr/>
          <p:nvPr/>
        </p:nvSpPr>
        <p:spPr>
          <a:xfrm>
            <a:off x="4902200" y="2781300"/>
            <a:ext cx="101600" cy="431800"/>
          </a:xfrm>
          <a:prstGeom prst="rect">
            <a:avLst/>
          </a:prstGeom>
          <a:solidFill>
            <a:srgbClr val="F0F0F0"/>
          </a:solidFill>
          <a:ln w="5715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231" name="Bar_Qwen3_4_Memory">
            <a:extLst>
              <a:ext uri="{FF2B5EF4-FFF2-40B4-BE49-F238E27FC236}">
                <a16:creationId xmlns:a16="http://schemas.microsoft.com/office/drawing/2014/main" id="{7272A6B7-50B3-0E90-F245-C3FAEF75D8DA}"/>
              </a:ext>
            </a:extLst>
          </p:cNvPr>
          <p:cNvSpPr/>
          <p:nvPr/>
        </p:nvSpPr>
        <p:spPr>
          <a:xfrm>
            <a:off x="5029200" y="2425700"/>
            <a:ext cx="101600" cy="787400"/>
          </a:xfrm>
          <a:prstGeom prst="rect">
            <a:avLst/>
          </a:prstGeom>
          <a:solidFill>
            <a:srgbClr val="F4DDA4"/>
          </a:solidFill>
          <a:ln w="5715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232" name="Bar_Qwen3_8_Base">
            <a:extLst>
              <a:ext uri="{FF2B5EF4-FFF2-40B4-BE49-F238E27FC236}">
                <a16:creationId xmlns:a16="http://schemas.microsoft.com/office/drawing/2014/main" id="{0B34903D-F974-5A2C-04E9-1875DE04A595}"/>
              </a:ext>
            </a:extLst>
          </p:cNvPr>
          <p:cNvSpPr/>
          <p:nvPr/>
        </p:nvSpPr>
        <p:spPr>
          <a:xfrm>
            <a:off x="5283200" y="2692400"/>
            <a:ext cx="101600" cy="520700"/>
          </a:xfrm>
          <a:prstGeom prst="rect">
            <a:avLst/>
          </a:prstGeom>
          <a:solidFill>
            <a:srgbClr val="F0F0F0"/>
          </a:solidFill>
          <a:ln w="5715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233" name="Bar_Qwen3_8_Memory">
            <a:extLst>
              <a:ext uri="{FF2B5EF4-FFF2-40B4-BE49-F238E27FC236}">
                <a16:creationId xmlns:a16="http://schemas.microsoft.com/office/drawing/2014/main" id="{643F6B49-9125-5643-B627-08B03CE726D6}"/>
              </a:ext>
            </a:extLst>
          </p:cNvPr>
          <p:cNvSpPr/>
          <p:nvPr/>
        </p:nvSpPr>
        <p:spPr>
          <a:xfrm>
            <a:off x="5410200" y="2476500"/>
            <a:ext cx="101600" cy="736600"/>
          </a:xfrm>
          <a:prstGeom prst="rect">
            <a:avLst/>
          </a:prstGeom>
          <a:solidFill>
            <a:srgbClr val="F4DDA4"/>
          </a:solidFill>
          <a:ln w="5715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234" name="Bar_Qwen35_4_Base">
            <a:extLst>
              <a:ext uri="{FF2B5EF4-FFF2-40B4-BE49-F238E27FC236}">
                <a16:creationId xmlns:a16="http://schemas.microsoft.com/office/drawing/2014/main" id="{4FB1757C-F6A0-B151-B965-A0714A271447}"/>
              </a:ext>
            </a:extLst>
          </p:cNvPr>
          <p:cNvSpPr/>
          <p:nvPr/>
        </p:nvSpPr>
        <p:spPr>
          <a:xfrm>
            <a:off x="5664200" y="2743200"/>
            <a:ext cx="101600" cy="469900"/>
          </a:xfrm>
          <a:prstGeom prst="rect">
            <a:avLst/>
          </a:prstGeom>
          <a:solidFill>
            <a:srgbClr val="F0F0F0"/>
          </a:solidFill>
          <a:ln w="5715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235" name="Bar_Qwen35_4_Memory">
            <a:extLst>
              <a:ext uri="{FF2B5EF4-FFF2-40B4-BE49-F238E27FC236}">
                <a16:creationId xmlns:a16="http://schemas.microsoft.com/office/drawing/2014/main" id="{6AA727D6-188B-ECA5-B33E-D5F8A303A625}"/>
              </a:ext>
            </a:extLst>
          </p:cNvPr>
          <p:cNvSpPr/>
          <p:nvPr/>
        </p:nvSpPr>
        <p:spPr>
          <a:xfrm>
            <a:off x="5791200" y="2400300"/>
            <a:ext cx="101600" cy="812800"/>
          </a:xfrm>
          <a:prstGeom prst="rect">
            <a:avLst/>
          </a:prstGeom>
          <a:solidFill>
            <a:srgbClr val="F4DDA4"/>
          </a:solidFill>
          <a:ln w="5715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236" name="Bar_Qwen35_9_Base">
            <a:extLst>
              <a:ext uri="{FF2B5EF4-FFF2-40B4-BE49-F238E27FC236}">
                <a16:creationId xmlns:a16="http://schemas.microsoft.com/office/drawing/2014/main" id="{67245945-DD21-C426-842D-B3B10B0C3759}"/>
              </a:ext>
            </a:extLst>
          </p:cNvPr>
          <p:cNvSpPr/>
          <p:nvPr/>
        </p:nvSpPr>
        <p:spPr>
          <a:xfrm>
            <a:off x="6045200" y="2667000"/>
            <a:ext cx="101600" cy="546100"/>
          </a:xfrm>
          <a:prstGeom prst="rect">
            <a:avLst/>
          </a:prstGeom>
          <a:solidFill>
            <a:srgbClr val="F0F0F0"/>
          </a:solidFill>
          <a:ln w="5715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237" name="Bar_Qwen35_9_Memory">
            <a:extLst>
              <a:ext uri="{FF2B5EF4-FFF2-40B4-BE49-F238E27FC236}">
                <a16:creationId xmlns:a16="http://schemas.microsoft.com/office/drawing/2014/main" id="{3B3B229C-98B8-C4BC-97AD-01DDE9D7EC8A}"/>
              </a:ext>
            </a:extLst>
          </p:cNvPr>
          <p:cNvSpPr/>
          <p:nvPr/>
        </p:nvSpPr>
        <p:spPr>
          <a:xfrm>
            <a:off x="6172200" y="2463800"/>
            <a:ext cx="101600" cy="749300"/>
          </a:xfrm>
          <a:prstGeom prst="rect">
            <a:avLst/>
          </a:prstGeom>
          <a:solidFill>
            <a:srgbClr val="F4DDA4"/>
          </a:solidFill>
          <a:ln w="5715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sp>
        <p:nvSpPr>
          <p:cNvPr id="238" name="Chart_X_Qwen3_06">
            <a:extLst>
              <a:ext uri="{FF2B5EF4-FFF2-40B4-BE49-F238E27FC236}">
                <a16:creationId xmlns:a16="http://schemas.microsoft.com/office/drawing/2014/main" id="{801B305B-C6CE-9177-0679-307CD7845A0E}"/>
              </a:ext>
            </a:extLst>
          </p:cNvPr>
          <p:cNvSpPr txBox="1"/>
          <p:nvPr/>
        </p:nvSpPr>
        <p:spPr>
          <a:xfrm>
            <a:off x="4445000" y="3238500"/>
            <a:ext cx="393700" cy="2277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440" b="1">
                <a:solidFill>
                  <a:srgbClr val="111111"/>
                </a:solidFill>
                <a:latin typeface="Arial" panose="020B0604020202020204" pitchFamily="34" charset="0"/>
              </a:rPr>
              <a:t>Qwen-3
0.6B</a:t>
            </a:r>
            <a:endParaRPr lang="zh-CN" altLang="en-US" sz="44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239" name="Chart_X_Qwen3_4">
            <a:extLst>
              <a:ext uri="{FF2B5EF4-FFF2-40B4-BE49-F238E27FC236}">
                <a16:creationId xmlns:a16="http://schemas.microsoft.com/office/drawing/2014/main" id="{59537365-5605-A297-987D-27C5159ABE99}"/>
              </a:ext>
            </a:extLst>
          </p:cNvPr>
          <p:cNvSpPr txBox="1"/>
          <p:nvPr/>
        </p:nvSpPr>
        <p:spPr>
          <a:xfrm>
            <a:off x="4826000" y="3238500"/>
            <a:ext cx="393700" cy="2277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440" b="1">
                <a:solidFill>
                  <a:srgbClr val="111111"/>
                </a:solidFill>
                <a:latin typeface="Arial" panose="020B0604020202020204" pitchFamily="34" charset="0"/>
              </a:rPr>
              <a:t>Qwen-3
4B</a:t>
            </a:r>
            <a:endParaRPr lang="zh-CN" altLang="en-US" sz="44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240" name="Chart_X_Qwen3_8">
            <a:extLst>
              <a:ext uri="{FF2B5EF4-FFF2-40B4-BE49-F238E27FC236}">
                <a16:creationId xmlns:a16="http://schemas.microsoft.com/office/drawing/2014/main" id="{F5B3409B-1DEB-A8CA-3AC1-B6EED3856461}"/>
              </a:ext>
            </a:extLst>
          </p:cNvPr>
          <p:cNvSpPr txBox="1"/>
          <p:nvPr/>
        </p:nvSpPr>
        <p:spPr>
          <a:xfrm>
            <a:off x="5207000" y="3238500"/>
            <a:ext cx="393700" cy="2277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440" b="1">
                <a:solidFill>
                  <a:srgbClr val="111111"/>
                </a:solidFill>
                <a:latin typeface="Arial" panose="020B0604020202020204" pitchFamily="34" charset="0"/>
              </a:rPr>
              <a:t>Qwen-3
8B</a:t>
            </a:r>
            <a:endParaRPr lang="zh-CN" altLang="en-US" sz="44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241" name="Chart_X_Qwen35_4">
            <a:extLst>
              <a:ext uri="{FF2B5EF4-FFF2-40B4-BE49-F238E27FC236}">
                <a16:creationId xmlns:a16="http://schemas.microsoft.com/office/drawing/2014/main" id="{25D04748-235B-AB9D-2643-EFF507637DC0}"/>
              </a:ext>
            </a:extLst>
          </p:cNvPr>
          <p:cNvSpPr txBox="1"/>
          <p:nvPr/>
        </p:nvSpPr>
        <p:spPr>
          <a:xfrm>
            <a:off x="5588000" y="3238500"/>
            <a:ext cx="393700" cy="2862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420" b="1">
                <a:solidFill>
                  <a:srgbClr val="111111"/>
                </a:solidFill>
                <a:latin typeface="Arial" panose="020B0604020202020204" pitchFamily="34" charset="0"/>
              </a:rPr>
              <a:t>Qwen-3.5
4B</a:t>
            </a:r>
            <a:endParaRPr lang="zh-CN" altLang="en-US" sz="42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242" name="Chart_X_Qwen35_9">
            <a:extLst>
              <a:ext uri="{FF2B5EF4-FFF2-40B4-BE49-F238E27FC236}">
                <a16:creationId xmlns:a16="http://schemas.microsoft.com/office/drawing/2014/main" id="{678CF813-DA2B-8350-7FFE-DFDFB30396EA}"/>
              </a:ext>
            </a:extLst>
          </p:cNvPr>
          <p:cNvSpPr txBox="1"/>
          <p:nvPr/>
        </p:nvSpPr>
        <p:spPr>
          <a:xfrm>
            <a:off x="5969000" y="3238500"/>
            <a:ext cx="393700" cy="2862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420" b="1">
                <a:solidFill>
                  <a:srgbClr val="111111"/>
                </a:solidFill>
                <a:latin typeface="Arial" panose="020B0604020202020204" pitchFamily="34" charset="0"/>
              </a:rPr>
              <a:t>Qwen-3.5
9B</a:t>
            </a:r>
            <a:endParaRPr lang="zh-CN" altLang="en-US" sz="42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243" name="Chart_Caption">
            <a:extLst>
              <a:ext uri="{FF2B5EF4-FFF2-40B4-BE49-F238E27FC236}">
                <a16:creationId xmlns:a16="http://schemas.microsoft.com/office/drawing/2014/main" id="{95F0D18A-AFD9-4173-1950-BC6E04827BE7}"/>
              </a:ext>
            </a:extLst>
          </p:cNvPr>
          <p:cNvSpPr txBox="1"/>
          <p:nvPr/>
        </p:nvSpPr>
        <p:spPr>
          <a:xfrm>
            <a:off x="4229100" y="3448050"/>
            <a:ext cx="22225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640" b="1">
                <a:solidFill>
                  <a:srgbClr val="8B8B8B"/>
                </a:solidFill>
                <a:latin typeface="Comic Sans MS" panose="030F0702030302020204" pitchFamily="66" charset="0"/>
              </a:rPr>
              <a:t>the </a:t>
            </a:r>
            <a:r>
              <a:rPr lang="en-US" altLang="zh-CN" sz="640" b="1">
                <a:solidFill>
                  <a:srgbClr val="A94B3C"/>
                </a:solidFill>
                <a:latin typeface="Comic Sans MS" panose="030F0702030302020204" pitchFamily="66" charset="0"/>
              </a:rPr>
              <a:t>historical record</a:t>
            </a:r>
            <a:r>
              <a:rPr lang="en-US" altLang="zh-CN" sz="640" b="1">
                <a:solidFill>
                  <a:srgbClr val="8B8B8B"/>
                </a:solidFill>
                <a:latin typeface="Comic Sans MS" panose="030F0702030302020204" pitchFamily="66" charset="0"/>
              </a:rPr>
              <a:t> can supplement
</a:t>
            </a:r>
            <a:r>
              <a:rPr lang="en-US" altLang="zh-CN" sz="640" b="1">
                <a:solidFill>
                  <a:srgbClr val="D77A78"/>
                </a:solidFill>
                <a:latin typeface="Comic Sans MS" panose="030F0702030302020204" pitchFamily="66" charset="0"/>
              </a:rPr>
              <a:t>reliable selection</a:t>
            </a:r>
            <a:r>
              <a:rPr lang="en-US" altLang="zh-CN" sz="640" b="1">
                <a:solidFill>
                  <a:srgbClr val="8B8B8B"/>
                </a:solidFill>
                <a:latin typeface="Comic Sans MS" panose="030F0702030302020204" pitchFamily="66" charset="0"/>
              </a:rPr>
              <a:t> when the Central
Model cannot verify the answers
about the RAG task</a:t>
            </a:r>
            <a:endParaRPr lang="zh-CN" altLang="en-US" sz="640" b="1">
              <a:solidFill>
                <a:srgbClr val="8B8B8B"/>
              </a:solidFill>
              <a:latin typeface="Comic Sans MS" panose="030F0702030302020204" pitchFamily="66" charset="0"/>
            </a:endParaRPr>
          </a:p>
        </p:txBody>
      </p:sp>
      <p:sp>
        <p:nvSpPr>
          <p:cNvPr id="244" name="Answer1_Status">
            <a:extLst>
              <a:ext uri="{FF2B5EF4-FFF2-40B4-BE49-F238E27FC236}">
                <a16:creationId xmlns:a16="http://schemas.microsoft.com/office/drawing/2014/main" id="{6637651C-F369-9CF9-AB3C-A991C7BFE181}"/>
              </a:ext>
            </a:extLst>
          </p:cNvPr>
          <p:cNvSpPr/>
          <p:nvPr/>
        </p:nvSpPr>
        <p:spPr>
          <a:xfrm>
            <a:off x="1752600" y="914400"/>
            <a:ext cx="152400" cy="152400"/>
          </a:xfrm>
          <a:prstGeom prst="ellipse">
            <a:avLst/>
          </a:prstGeom>
          <a:solidFill>
            <a:srgbClr val="FDEBEC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60" b="1">
                <a:solidFill>
                  <a:srgbClr val="E74C5C"/>
                </a:solidFill>
                <a:latin typeface="Arial" panose="020B0604020202020204" pitchFamily="34" charset="0"/>
              </a:rPr>
              <a:t>✕</a:t>
            </a:r>
          </a:p>
        </p:txBody>
      </p:sp>
      <p:sp>
        <p:nvSpPr>
          <p:cNvPr id="245" name="Answer2_Status">
            <a:extLst>
              <a:ext uri="{FF2B5EF4-FFF2-40B4-BE49-F238E27FC236}">
                <a16:creationId xmlns:a16="http://schemas.microsoft.com/office/drawing/2014/main" id="{0B72CCF7-FD93-492B-EBE3-2100EB50D467}"/>
              </a:ext>
            </a:extLst>
          </p:cNvPr>
          <p:cNvSpPr/>
          <p:nvPr/>
        </p:nvSpPr>
        <p:spPr>
          <a:xfrm>
            <a:off x="3073400" y="914400"/>
            <a:ext cx="152400" cy="152400"/>
          </a:xfrm>
          <a:prstGeom prst="ellipse">
            <a:avLst/>
          </a:prstGeom>
          <a:solidFill>
            <a:srgbClr val="FDEBEC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60" b="1">
                <a:solidFill>
                  <a:srgbClr val="E74C5C"/>
                </a:solidFill>
                <a:latin typeface="Arial" panose="020B0604020202020204" pitchFamily="34" charset="0"/>
              </a:rPr>
              <a:t>✕</a:t>
            </a:r>
          </a:p>
        </p:txBody>
      </p:sp>
      <p:sp>
        <p:nvSpPr>
          <p:cNvPr id="246" name="Answer3_Status">
            <a:extLst>
              <a:ext uri="{FF2B5EF4-FFF2-40B4-BE49-F238E27FC236}">
                <a16:creationId xmlns:a16="http://schemas.microsoft.com/office/drawing/2014/main" id="{D68D0BF4-B5B2-FE8A-A4E2-E20C68761076}"/>
              </a:ext>
            </a:extLst>
          </p:cNvPr>
          <p:cNvSpPr/>
          <p:nvPr/>
        </p:nvSpPr>
        <p:spPr>
          <a:xfrm>
            <a:off x="1752600" y="1447800"/>
            <a:ext cx="152400" cy="152400"/>
          </a:xfrm>
          <a:prstGeom prst="ellipse">
            <a:avLst/>
          </a:prstGeom>
          <a:solidFill>
            <a:srgbClr val="EAF8EF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60" b="1">
                <a:solidFill>
                  <a:srgbClr val="1F9D55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247" name="Answer4_Status">
            <a:extLst>
              <a:ext uri="{FF2B5EF4-FFF2-40B4-BE49-F238E27FC236}">
                <a16:creationId xmlns:a16="http://schemas.microsoft.com/office/drawing/2014/main" id="{B3D65DF2-5384-8010-373C-F469C0378BCC}"/>
              </a:ext>
            </a:extLst>
          </p:cNvPr>
          <p:cNvSpPr/>
          <p:nvPr/>
        </p:nvSpPr>
        <p:spPr>
          <a:xfrm>
            <a:off x="3073400" y="1447800"/>
            <a:ext cx="152400" cy="152400"/>
          </a:xfrm>
          <a:prstGeom prst="ellipse">
            <a:avLst/>
          </a:prstGeom>
          <a:solidFill>
            <a:srgbClr val="FDEBEC"/>
          </a:solidFill>
          <a:ln w="5715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560" b="1">
                <a:solidFill>
                  <a:srgbClr val="E74C5C"/>
                </a:solidFill>
                <a:latin typeface="Arial" panose="020B0604020202020204" pitchFamily="34" charset="0"/>
              </a:rPr>
              <a:t>✕</a:t>
            </a:r>
          </a:p>
        </p:txBody>
      </p:sp>
      <p:sp>
        <p:nvSpPr>
          <p:cNvPr id="248" name="Golden_Peer_Medal">
            <a:extLst>
              <a:ext uri="{FF2B5EF4-FFF2-40B4-BE49-F238E27FC236}">
                <a16:creationId xmlns:a16="http://schemas.microsoft.com/office/drawing/2014/main" id="{1D7189A5-20FD-8B66-2025-78897CD60B54}"/>
              </a:ext>
            </a:extLst>
          </p:cNvPr>
          <p:cNvSpPr/>
          <p:nvPr/>
        </p:nvSpPr>
        <p:spPr>
          <a:xfrm>
            <a:off x="5924550" y="1193800"/>
            <a:ext cx="63500" cy="63500"/>
          </a:xfrm>
          <a:prstGeom prst="ellipse">
            <a:avLst/>
          </a:prstGeom>
          <a:solidFill>
            <a:srgbClr val="F4C95D"/>
          </a:solidFill>
          <a:ln w="5080">
            <a:solidFill>
              <a:srgbClr val="A843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endParaRPr lang="zh-CN" altLang="en-US" sz="700">
              <a:solidFill>
                <a:srgbClr val="202124"/>
              </a:solidFill>
            </a:endParaRPr>
          </a:p>
        </p:txBody>
      </p:sp>
      <p:cxnSp>
        <p:nvCxnSpPr>
          <p:cNvPr id="250" name="Peer_Legend_Support_Line">
            <a:extLst>
              <a:ext uri="{FF2B5EF4-FFF2-40B4-BE49-F238E27FC236}">
                <a16:creationId xmlns:a16="http://schemas.microsoft.com/office/drawing/2014/main" id="{F182C4C0-636B-1E43-58D5-EE642E5F75AD}"/>
              </a:ext>
            </a:extLst>
          </p:cNvPr>
          <p:cNvCxnSpPr/>
          <p:nvPr/>
        </p:nvCxnSpPr>
        <p:spPr>
          <a:xfrm>
            <a:off x="2425700" y="3721100"/>
            <a:ext cx="342900" cy="0"/>
          </a:xfrm>
          <a:prstGeom prst="straightConnector1">
            <a:avLst/>
          </a:prstGeom>
          <a:ln w="11430">
            <a:solidFill>
              <a:srgbClr val="16879A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Peer_Legend_Oppose_Line">
            <a:extLst>
              <a:ext uri="{FF2B5EF4-FFF2-40B4-BE49-F238E27FC236}">
                <a16:creationId xmlns:a16="http://schemas.microsoft.com/office/drawing/2014/main" id="{4B8FB91C-9906-264E-57AF-9689D5847207}"/>
              </a:ext>
            </a:extLst>
          </p:cNvPr>
          <p:cNvCxnSpPr/>
          <p:nvPr/>
        </p:nvCxnSpPr>
        <p:spPr>
          <a:xfrm>
            <a:off x="2425700" y="3886200"/>
            <a:ext cx="342900" cy="0"/>
          </a:xfrm>
          <a:prstGeom prst="straightConnector1">
            <a:avLst/>
          </a:prstGeom>
          <a:ln w="8890">
            <a:solidFill>
              <a:srgbClr val="A94B3C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Historical_Record_Path_1">
            <a:extLst>
              <a:ext uri="{FF2B5EF4-FFF2-40B4-BE49-F238E27FC236}">
                <a16:creationId xmlns:a16="http://schemas.microsoft.com/office/drawing/2014/main" id="{BD34D527-F5EE-4800-B350-0B78EF8CD142}"/>
              </a:ext>
            </a:extLst>
          </p:cNvPr>
          <p:cNvCxnSpPr/>
          <p:nvPr/>
        </p:nvCxnSpPr>
        <p:spPr>
          <a:xfrm flipV="1">
            <a:off x="3632200" y="1866900"/>
            <a:ext cx="317500" cy="190500"/>
          </a:xfrm>
          <a:prstGeom prst="straightConnector1">
            <a:avLst/>
          </a:prstGeom>
          <a:ln w="11430">
            <a:solidFill>
              <a:srgbClr val="A94B3C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4" name="Vertical_Aggregation_Group">
            <a:extLst>
              <a:ext uri="{FF2B5EF4-FFF2-40B4-BE49-F238E27FC236}">
                <a16:creationId xmlns:a16="http://schemas.microsoft.com/office/drawing/2014/main" id="{44B07CFF-992D-47B4-AAEB-0EF3DB25BE59}"/>
              </a:ext>
            </a:extLst>
          </p:cNvPr>
          <p:cNvGrpSpPr/>
          <p:nvPr/>
        </p:nvGrpSpPr>
        <p:grpSpPr>
          <a:xfrm>
            <a:off x="12700" y="12700"/>
            <a:ext cx="609600" cy="1905000"/>
            <a:chOff x="12700" y="12700"/>
            <a:chExt cx="609600" cy="1905000"/>
          </a:xfrm>
        </p:grpSpPr>
        <p:sp>
          <p:nvSpPr>
            <p:cNvPr id="116" name="Vertical_Aggregation_Label">
              <a:extLst>
                <a:ext uri="{FF2B5EF4-FFF2-40B4-BE49-F238E27FC236}">
                  <a16:creationId xmlns:a16="http://schemas.microsoft.com/office/drawing/2014/main" id="{427B9949-8665-A6B7-F4C7-F37AD1C618C5}"/>
                </a:ext>
              </a:extLst>
            </p:cNvPr>
            <p:cNvSpPr/>
            <p:nvPr/>
          </p:nvSpPr>
          <p:spPr>
            <a:xfrm>
              <a:off x="12700" y="12700"/>
              <a:ext cx="609600" cy="1905000"/>
            </a:xfrm>
            <a:prstGeom prst="roundRect">
              <a:avLst/>
            </a:prstGeom>
            <a:solidFill>
              <a:srgbClr val="DDEFF3"/>
            </a:solidFill>
            <a:ln w="11430">
              <a:solidFill>
                <a:srgbClr val="2A66B7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zh-CN" altLang="en-US" sz="680" b="1">
                <a:solidFill>
                  <a:srgbClr val="171717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3" name="Vertical_Aggregation_Text">
              <a:extLst>
                <a:ext uri="{FF2B5EF4-FFF2-40B4-BE49-F238E27FC236}">
                  <a16:creationId xmlns:a16="http://schemas.microsoft.com/office/drawing/2014/main" id="{23664D8E-A84F-0744-9951-1EF9F75730FE}"/>
                </a:ext>
              </a:extLst>
            </p:cNvPr>
            <p:cNvSpPr txBox="1"/>
            <p:nvPr/>
          </p:nvSpPr>
          <p:spPr>
            <a:xfrm rot="16200000">
              <a:off x="-444500" y="863600"/>
              <a:ext cx="1524000" cy="21544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altLang="zh-CN" sz="800" b="1">
                  <a:solidFill>
                    <a:srgbClr val="171717"/>
                  </a:solidFill>
                  <a:latin typeface="Comic Sans MS" panose="030F0702030302020204" pitchFamily="66" charset="0"/>
                </a:rPr>
                <a:t>Central Model Aggregation</a:t>
              </a:r>
              <a:endParaRPr lang="zh-CN" altLang="en-US" sz="800" b="1">
                <a:solidFill>
                  <a:srgbClr val="171717"/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6857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190</Words>
  <Application>Microsoft Office PowerPoint</Application>
  <PresentationFormat>自定义</PresentationFormat>
  <Paragraphs>77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Comic Sans MS</vt:lpstr>
      <vt:lpstr>Segoe UI Emoji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#FENG PEILIN#</dc:creator>
  <cp:lastModifiedBy>#FENG PEILIN#</cp:lastModifiedBy>
  <cp:revision>3</cp:revision>
  <dcterms:created xsi:type="dcterms:W3CDTF">2026-07-24T12:17:42Z</dcterms:created>
  <dcterms:modified xsi:type="dcterms:W3CDTF">2026-07-24T13:35:14Z</dcterms:modified>
</cp:coreProperties>
</file>